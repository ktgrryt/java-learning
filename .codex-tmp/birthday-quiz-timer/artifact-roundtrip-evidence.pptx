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gif" ContentType="image/gif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e1ba531ec54f42" /><Relationship Type="http://schemas.openxmlformats.org/officeDocument/2006/relationships/extended-properties" Target="/docProps/app.xml" Id="R0d9e06212b864044" /><Relationship Type="http://schemas.openxmlformats.org/officeDocument/2006/relationships/officeDocument" Target="/ppt/presentation.xml" Id="R23fd267a14a2424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c405d48b6dc4cc0"/>
  </p:sldMasterIdLst>
  <p:notesMasterIdLst>
    <p:notesMasterId xmlns:r="http://schemas.openxmlformats.org/officeDocument/2006/relationships" r:id="R17aadb8ffd984174"/>
  </p:notesMasterIdLst>
  <p:sldIdLst>
    <p:sldId xmlns:r="http://schemas.openxmlformats.org/officeDocument/2006/relationships" id="256" r:id="R6fd17ef5bf2541fa"/>
    <p:sldId xmlns:r="http://schemas.openxmlformats.org/officeDocument/2006/relationships" id="257" r:id="R52c9cefea8a4412a"/>
    <p:sldId xmlns:r="http://schemas.openxmlformats.org/officeDocument/2006/relationships" id="258" r:id="Rdd63961f6a8948bf"/>
    <p:sldId xmlns:r="http://schemas.openxmlformats.org/officeDocument/2006/relationships" id="259" r:id="R1c0e40c7e3024ea0"/>
    <p:sldId xmlns:r="http://schemas.openxmlformats.org/officeDocument/2006/relationships" id="260" r:id="R2497ebcae94f4933"/>
    <p:sldId xmlns:r="http://schemas.openxmlformats.org/officeDocument/2006/relationships" id="261" r:id="R9bc1f468d4214555"/>
    <p:sldId xmlns:r="http://schemas.openxmlformats.org/officeDocument/2006/relationships" id="262" r:id="R5dc71253c2964b17"/>
    <p:sldId xmlns:r="http://schemas.openxmlformats.org/officeDocument/2006/relationships" id="263" r:id="Rf36fcf3425e24eae"/>
    <p:sldId xmlns:r="http://schemas.openxmlformats.org/officeDocument/2006/relationships" id="264" r:id="R777f22a51b164723"/>
    <p:sldId xmlns:r="http://schemas.openxmlformats.org/officeDocument/2006/relationships" id="265" r:id="R6ba32f15476f46cc"/>
    <p:sldId xmlns:r="http://schemas.openxmlformats.org/officeDocument/2006/relationships" id="266" r:id="R9721f90b47e9463b"/>
    <p:sldId xmlns:r="http://schemas.openxmlformats.org/officeDocument/2006/relationships" id="267" r:id="R3cad0faf68f341d3"/>
    <p:sldId xmlns:r="http://schemas.openxmlformats.org/officeDocument/2006/relationships" id="268" r:id="R55c918673ed44a76"/>
    <p:sldId xmlns:r="http://schemas.openxmlformats.org/officeDocument/2006/relationships" id="269" r:id="R16a832e700654001"/>
    <p:sldId xmlns:r="http://schemas.openxmlformats.org/officeDocument/2006/relationships" id="270" r:id="Rb4133f9e206f4bac"/>
    <p:sldId xmlns:r="http://schemas.openxmlformats.org/officeDocument/2006/relationships" id="271" r:id="R212f25cbae8049fe"/>
    <p:sldId xmlns:r="http://schemas.openxmlformats.org/officeDocument/2006/relationships" id="272" r:id="R91871d07daf54d78"/>
    <p:sldId xmlns:r="http://schemas.openxmlformats.org/officeDocument/2006/relationships" id="273" r:id="Rbc8e9854f1224d06"/>
    <p:sldId xmlns:r="http://schemas.openxmlformats.org/officeDocument/2006/relationships" id="274" r:id="Ra1bce46e90f34948"/>
    <p:sldId xmlns:r="http://schemas.openxmlformats.org/officeDocument/2006/relationships" id="275" r:id="R34a31f2f278f44b2"/>
    <p:sldId xmlns:r="http://schemas.openxmlformats.org/officeDocument/2006/relationships" id="276" r:id="R194bc77401214470"/>
    <p:sldId xmlns:r="http://schemas.openxmlformats.org/officeDocument/2006/relationships" id="277" r:id="R62c7f8a9aad743d7"/>
    <p:sldId xmlns:r="http://schemas.openxmlformats.org/officeDocument/2006/relationships" id="278" r:id="R8cb241922f254fab"/>
    <p:sldId xmlns:r="http://schemas.openxmlformats.org/officeDocument/2006/relationships" id="279" r:id="Rdb7f0fbc3d5e4806"/>
    <p:sldId xmlns:r="http://schemas.openxmlformats.org/officeDocument/2006/relationships" id="280" r:id="Rd52e99d307c14907"/>
    <p:sldId xmlns:r="http://schemas.openxmlformats.org/officeDocument/2006/relationships" id="281" r:id="R630b6fc095774056"/>
    <p:sldId xmlns:r="http://schemas.openxmlformats.org/officeDocument/2006/relationships" id="282" r:id="R4bf6add74843491a"/>
    <p:sldId xmlns:r="http://schemas.openxmlformats.org/officeDocument/2006/relationships" id="283" r:id="R383d218adf1e4a4d"/>
  </p:sldIdLst>
  <p:sldSz cx="12192000" cy="6858000"/>
  <p:notesSz cx="6858000" cy="9144000"/>
  <p:embeddedFontLst>
    <p:embeddedFont>
      <p:font typeface="Noto Sans"/>
      <p:regular xmlns:r="http://schemas.openxmlformats.org/officeDocument/2006/relationships" r:id="Refc76cbc652f41fa"/>
      <p:bold xmlns:r="http://schemas.openxmlformats.org/officeDocument/2006/relationships" r:id="R49aa8209077c4a74"/>
      <p:italic xmlns:r="http://schemas.openxmlformats.org/officeDocument/2006/relationships" r:id="R6c86a411a1df4bcd"/>
      <p:boldItalic xmlns:r="http://schemas.openxmlformats.org/officeDocument/2006/relationships" r:id="R31f58c50adae4ae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3ae9d86bf041dd" /><Relationship Type="http://schemas.openxmlformats.org/officeDocument/2006/relationships/slideMaster" Target="/ppt/slideMasters/slideMaster1.xml" Id="Rfc405d48b6dc4cc0" /><Relationship Type="http://schemas.openxmlformats.org/officeDocument/2006/relationships/notesMaster" Target="/ppt/notesMasters/notesMaster1.xml" Id="R17aadb8ffd984174" /><Relationship Type="http://schemas.openxmlformats.org/officeDocument/2006/relationships/presProps" Target="/ppt/presProps.xml" Id="Re22b70cafd6740fd" /><Relationship Type="http://schemas.openxmlformats.org/officeDocument/2006/relationships/tableStyles" Target="/ppt/tableStyles.xml" Id="R4972b7ed11e54adc" /><Relationship Type="http://schemas.openxmlformats.org/officeDocument/2006/relationships/font" Target="/ppt/fonts/font.dat" Id="Refc76cbc652f41fa" /><Relationship Type="http://schemas.openxmlformats.org/officeDocument/2006/relationships/font" Target="/ppt/fonts/font2.dat" Id="R49aa8209077c4a74" /><Relationship Type="http://schemas.openxmlformats.org/officeDocument/2006/relationships/font" Target="/ppt/fonts/font3.dat" Id="R6c86a411a1df4bcd" /><Relationship Type="http://schemas.openxmlformats.org/officeDocument/2006/relationships/font" Target="/ppt/fonts/font4.dat" Id="R31f58c50adae4aeb" /><Relationship Type="http://schemas.openxmlformats.org/officeDocument/2006/relationships/slide" Target="/ppt/slides/slide1.xml" Id="R6fd17ef5bf2541fa" /><Relationship Type="http://schemas.openxmlformats.org/officeDocument/2006/relationships/slide" Target="/ppt/slides/slide2.xml" Id="R52c9cefea8a4412a" /><Relationship Type="http://schemas.openxmlformats.org/officeDocument/2006/relationships/slide" Target="/ppt/slides/slide3.xml" Id="Rdd63961f6a8948bf" /><Relationship Type="http://schemas.openxmlformats.org/officeDocument/2006/relationships/slide" Target="/ppt/slides/slide4.xml" Id="R1c0e40c7e3024ea0" /><Relationship Type="http://schemas.openxmlformats.org/officeDocument/2006/relationships/slide" Target="/ppt/slides/slide5.xml" Id="R2497ebcae94f4933" /><Relationship Type="http://schemas.openxmlformats.org/officeDocument/2006/relationships/slide" Target="/ppt/slides/slide6.xml" Id="R9bc1f468d4214555" /><Relationship Type="http://schemas.openxmlformats.org/officeDocument/2006/relationships/slide" Target="/ppt/slides/slide7.xml" Id="R5dc71253c2964b17" /><Relationship Type="http://schemas.openxmlformats.org/officeDocument/2006/relationships/slide" Target="/ppt/slides/slide8.xml" Id="Rf36fcf3425e24eae" /><Relationship Type="http://schemas.openxmlformats.org/officeDocument/2006/relationships/slide" Target="/ppt/slides/slide9.xml" Id="R777f22a51b164723" /><Relationship Type="http://schemas.openxmlformats.org/officeDocument/2006/relationships/slide" Target="/ppt/slides/slide10.xml" Id="R6ba32f15476f46cc" /><Relationship Type="http://schemas.openxmlformats.org/officeDocument/2006/relationships/slide" Target="/ppt/slides/slide11.xml" Id="R9721f90b47e9463b" /><Relationship Type="http://schemas.openxmlformats.org/officeDocument/2006/relationships/slide" Target="/ppt/slides/slide12.xml" Id="R3cad0faf68f341d3" /><Relationship Type="http://schemas.openxmlformats.org/officeDocument/2006/relationships/slide" Target="/ppt/slides/slide13.xml" Id="R55c918673ed44a76" /><Relationship Type="http://schemas.openxmlformats.org/officeDocument/2006/relationships/slide" Target="/ppt/slides/slide14.xml" Id="R16a832e700654001" /><Relationship Type="http://schemas.openxmlformats.org/officeDocument/2006/relationships/slide" Target="/ppt/slides/slide15.xml" Id="Rb4133f9e206f4bac" /><Relationship Type="http://schemas.openxmlformats.org/officeDocument/2006/relationships/slide" Target="/ppt/slides/slide16.xml" Id="R212f25cbae8049fe" /><Relationship Type="http://schemas.openxmlformats.org/officeDocument/2006/relationships/slide" Target="/ppt/slides/slide17.xml" Id="R91871d07daf54d78" /><Relationship Type="http://schemas.openxmlformats.org/officeDocument/2006/relationships/slide" Target="/ppt/slides/slide18.xml" Id="Rbc8e9854f1224d06" /><Relationship Type="http://schemas.openxmlformats.org/officeDocument/2006/relationships/slide" Target="/ppt/slides/slide19.xml" Id="Ra1bce46e90f34948" /><Relationship Type="http://schemas.openxmlformats.org/officeDocument/2006/relationships/slide" Target="/ppt/slides/slide20.xml" Id="R34a31f2f278f44b2" /><Relationship Type="http://schemas.openxmlformats.org/officeDocument/2006/relationships/slide" Target="/ppt/slides/slide21.xml" Id="R194bc77401214470" /><Relationship Type="http://schemas.openxmlformats.org/officeDocument/2006/relationships/slide" Target="/ppt/slides/slide22.xml" Id="R62c7f8a9aad743d7" /><Relationship Type="http://schemas.openxmlformats.org/officeDocument/2006/relationships/slide" Target="/ppt/slides/slide23.xml" Id="R8cb241922f254fab" /><Relationship Type="http://schemas.openxmlformats.org/officeDocument/2006/relationships/slide" Target="/ppt/slides/slide24.xml" Id="Rdb7f0fbc3d5e4806" /><Relationship Type="http://schemas.openxmlformats.org/officeDocument/2006/relationships/slide" Target="/ppt/slides/slide25.xml" Id="Rd52e99d307c14907" /><Relationship Type="http://schemas.openxmlformats.org/officeDocument/2006/relationships/slide" Target="/ppt/slides/slide26.xml" Id="R630b6fc095774056" /><Relationship Type="http://schemas.openxmlformats.org/officeDocument/2006/relationships/slide" Target="/ppt/slides/slide27.xml" Id="R4bf6add74843491a" /><Relationship Type="http://schemas.openxmlformats.org/officeDocument/2006/relationships/slide" Target="/ppt/slides/slide28.xml" Id="R383d218adf1e4a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7d0ac2d35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c255f724747f9" /><Relationship Type="http://schemas.openxmlformats.org/officeDocument/2006/relationships/notesMaster" Target="/ppt/notesMasters/notesMaster1.xml" Id="R4cb320cf2ee2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c97c0d2bc94c7d" /><Relationship Type="http://schemas.openxmlformats.org/officeDocument/2006/relationships/notesMaster" Target="/ppt/notesMasters/notesMaster1.xml" Id="Rda8c74e8ccea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fe70144ff4b77" /><Relationship Type="http://schemas.openxmlformats.org/officeDocument/2006/relationships/notesMaster" Target="/ppt/notesMasters/notesMaster1.xml" Id="R50f3eb50e59147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898c27af6a46d9" /><Relationship Type="http://schemas.openxmlformats.org/officeDocument/2006/relationships/notesMaster" Target="/ppt/notesMasters/notesMaster1.xml" Id="Rb817dcafd2c245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c56eedd2d64762" /><Relationship Type="http://schemas.openxmlformats.org/officeDocument/2006/relationships/notesMaster" Target="/ppt/notesMasters/notesMaster1.xml" Id="R0c321b9eb08e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603af3fb0b437c" /><Relationship Type="http://schemas.openxmlformats.org/officeDocument/2006/relationships/notesMaster" Target="/ppt/notesMasters/notesMaster1.xml" Id="Raf5b5953ada549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b625afd9f74ff6" /><Relationship Type="http://schemas.openxmlformats.org/officeDocument/2006/relationships/notesMaster" Target="/ppt/notesMasters/notesMaster1.xml" Id="R6b6e7c848480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cb48f249c64552" /><Relationship Type="http://schemas.openxmlformats.org/officeDocument/2006/relationships/notesMaster" Target="/ppt/notesMasters/notesMaster1.xml" Id="R03ab9c87b2fc4c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98cf266d024469" /><Relationship Type="http://schemas.openxmlformats.org/officeDocument/2006/relationships/notesMaster" Target="/ppt/notesMasters/notesMaster1.xml" Id="R9769718a528f46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26a3096ad040ce" /><Relationship Type="http://schemas.openxmlformats.org/officeDocument/2006/relationships/notesMaster" Target="/ppt/notesMasters/notesMaster1.xml" Id="Rb280f81030b046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b478406bfd4bf0" /><Relationship Type="http://schemas.openxmlformats.org/officeDocument/2006/relationships/notesMaster" Target="/ppt/notesMasters/notesMaster1.xml" Id="Ra98a5ac51cc0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bf57550e1f472d" /><Relationship Type="http://schemas.openxmlformats.org/officeDocument/2006/relationships/notesMaster" Target="/ppt/notesMasters/notesMaster1.xml" Id="Rb8070a5c684c44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8143cbb95d4290" /><Relationship Type="http://schemas.openxmlformats.org/officeDocument/2006/relationships/notesMaster" Target="/ppt/notesMasters/notesMaster1.xml" Id="Reb6709a9700148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11891bb7314d99" /><Relationship Type="http://schemas.openxmlformats.org/officeDocument/2006/relationships/notesMaster" Target="/ppt/notesMasters/notesMaster1.xml" Id="Rba9ffe9569124b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ced2d9ed344df3" /><Relationship Type="http://schemas.openxmlformats.org/officeDocument/2006/relationships/notesMaster" Target="/ppt/notesMasters/notesMaster1.xml" Id="Rcffa51b6d2e64a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24950c3ddc46ce" /><Relationship Type="http://schemas.openxmlformats.org/officeDocument/2006/relationships/notesMaster" Target="/ppt/notesMasters/notesMaster1.xml" Id="R4c79108e823742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06a8527c3a4ede" /><Relationship Type="http://schemas.openxmlformats.org/officeDocument/2006/relationships/notesMaster" Target="/ppt/notesMasters/notesMaster1.xml" Id="R81992c697fb54c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37b79fda124f87" /><Relationship Type="http://schemas.openxmlformats.org/officeDocument/2006/relationships/notesMaster" Target="/ppt/notesMasters/notesMaster1.xml" Id="Reb71f1ffa49e4b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72055829064aa7" /><Relationship Type="http://schemas.openxmlformats.org/officeDocument/2006/relationships/notesMaster" Target="/ppt/notesMasters/notesMaster1.xml" Id="R30d4552e97d44b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5f8b90d99c4c2f" /><Relationship Type="http://schemas.openxmlformats.org/officeDocument/2006/relationships/notesMaster" Target="/ppt/notesMasters/notesMaster1.xml" Id="R6d93b8e7e0a646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6fa9caca9e44e7" /><Relationship Type="http://schemas.openxmlformats.org/officeDocument/2006/relationships/notesMaster" Target="/ppt/notesMasters/notesMaster1.xml" Id="Rdbb2e5da4ee54a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a91232e1d74a14" /><Relationship Type="http://schemas.openxmlformats.org/officeDocument/2006/relationships/notesMaster" Target="/ppt/notesMasters/notesMaster1.xml" Id="Rcc8a932026ab44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2147b5260b4d07" /><Relationship Type="http://schemas.openxmlformats.org/officeDocument/2006/relationships/notesMaster" Target="/ppt/notesMasters/notesMaster1.xml" Id="R6079d2b3d9114a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fe845350ff4db8" /><Relationship Type="http://schemas.openxmlformats.org/officeDocument/2006/relationships/notesMaster" Target="/ppt/notesMasters/notesMaster1.xml" Id="R1b7ca3cc51bd4a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dc6a137e614e0a" /><Relationship Type="http://schemas.openxmlformats.org/officeDocument/2006/relationships/notesMaster" Target="/ppt/notesMasters/notesMaster1.xml" Id="R9f45de1ee82f4c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6901b5353e485a" /><Relationship Type="http://schemas.openxmlformats.org/officeDocument/2006/relationships/notesMaster" Target="/ppt/notesMasters/notesMaster1.xml" Id="R9d1995f0fa4c4c8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141d32ce834134" /><Relationship Type="http://schemas.openxmlformats.org/officeDocument/2006/relationships/notesMaster" Target="/ppt/notesMasters/notesMaster1.xml" Id="R0591a8fbab2b44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fd3072bd6f422c" /><Relationship Type="http://schemas.openxmlformats.org/officeDocument/2006/relationships/notesMaster" Target="/ppt/notesMasters/notesMaster1.xml" Id="Rbcf2f0be51e24e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cb4e1dae246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977f3db864b55" /></Relationships>
</file>

<file path=ppt/slideLayouts/slideLayout1.xml><?xml version="1.0" encoding="utf-8"?>
<p:sldLayout xmlns:p="http://schemas.openxmlformats.org/presentationml/2006/main" matchingName="MASTER">
  <p:cSld name="MASTER"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Google Shape;12;p30"/>
          <p:cNvCxnSpPr/>
          <p:nvPr/>
        </p:nvCxnSpPr>
        <p:spPr>
          <a:xfrm xmlns:a="http://schemas.openxmlformats.org/drawingml/2006/main">
            <a:off x="320040" y="146304"/>
            <a:ext cx="11548872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00D9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3;p30"/>
          <p:cNvCxnSpPr/>
          <p:nvPr/>
        </p:nvCxnSpPr>
        <p:spPr>
          <a:xfrm xmlns:a="http://schemas.openxmlformats.org/drawingml/2006/main">
            <a:off x="320040" y="6656832"/>
            <a:ext cx="11548872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D65A">
                <a:alpha val="58039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0">
            <a:extLst xmlns:a="http://schemas.openxmlformats.org/drawingml/2006/main">
              <a:ext uri="{FF2B5EF4-FFF2-40B4-BE49-F238E27FC236}">
                <a16:creationId xmlns:a16="http://schemas.microsoft.com/office/drawing/2014/main" id="{B2E902B5-6FBA-451E-B22B-7594184C7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47120" y="6473952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a62b84ff34834" /><Relationship Type="http://schemas.openxmlformats.org/officeDocument/2006/relationships/slideLayout" Target="/ppt/slideLayouts/slideLayout1.xml" Id="R0722a9f6e2c44801" /><Relationship Type="http://schemas.openxmlformats.org/officeDocument/2006/relationships/slideLayout" Target="/ppt/slideLayouts/slideLayout2.xml" Id="R19d763748f5e4be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9">
            <a:extLst xmlns:a="http://schemas.openxmlformats.org/drawingml/2006/main">
              <a:ext uri="{FF2B5EF4-FFF2-40B4-BE49-F238E27FC236}">
                <a16:creationId xmlns:a16="http://schemas.microsoft.com/office/drawing/2014/main" id="{ECA24196-D170-41DC-BA38-8F9354A00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47120" y="6473952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291A7"/>
              </a:buClr>
              <a:buSzPts val="700"/>
              <a:buFont typeface="Arial"/>
              <a:buNone/>
              <a:defRPr sz="700" b="0">
                <a:solidFill>
                  <a:srgbClr val="8291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22a9f6e2c44801"/>
    <p:sldLayoutId xmlns:r="http://schemas.openxmlformats.org/officeDocument/2006/relationships" id="2147483650" r:id="R19d763748f5e4be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224867d034463" /><Relationship Type="http://schemas.openxmlformats.org/officeDocument/2006/relationships/notesSlide" Target="/ppt/notesSlides/notesSlide1.xml" Id="Rb20e3c930c1544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8abe0f3174e89" /><Relationship Type="http://schemas.openxmlformats.org/officeDocument/2006/relationships/notesSlide" Target="/ppt/notesSlides/notesSlide2.xml" Id="R668331a9806a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311bc38546ae" /><Relationship Type="http://schemas.openxmlformats.org/officeDocument/2006/relationships/notesSlide" Target="/ppt/notesSlides/notesSlide3.xml" Id="Ra40c7b3bf1f4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c82bdb93d4274" /><Relationship Type="http://schemas.openxmlformats.org/officeDocument/2006/relationships/notesSlide" Target="/ppt/notesSlides/notesSlide4.xml" Id="R9dfca7194f8d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ac67e5ad54bd3" /><Relationship Type="http://schemas.openxmlformats.org/officeDocument/2006/relationships/notesSlide" Target="/ppt/notesSlides/notesSlide5.xml" Id="R07404632de704f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0e56f27dc4f87" /><Relationship Type="http://schemas.openxmlformats.org/officeDocument/2006/relationships/notesSlide" Target="/ppt/notesSlides/notesSlide6.xml" Id="R5727720e6241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624f24bc2475e" /><Relationship Type="http://schemas.openxmlformats.org/officeDocument/2006/relationships/image" Target="/ppt/media/image.gif" Id="R5a080b062a8447f1" /><Relationship Type="http://schemas.openxmlformats.org/officeDocument/2006/relationships/image" Target="/ppt/media/image.png" Id="Racb347f6036e4a37" /><Relationship Type="http://schemas.openxmlformats.org/officeDocument/2006/relationships/image" Target="/ppt/media/image2.png" Id="Rb3a0d27795a3449d" /><Relationship Type="http://schemas.openxmlformats.org/officeDocument/2006/relationships/image" Target="/ppt/media/image3.png" Id="R3b1748ae6e2a4ebe" /><Relationship Type="http://schemas.openxmlformats.org/officeDocument/2006/relationships/image" Target="/ppt/media/image4.png" Id="R6ce295ad26dc42e4" /><Relationship Type="http://schemas.openxmlformats.org/officeDocument/2006/relationships/notesSlide" Target="/ppt/notesSlides/notesSlide7.xml" Id="R6698a5b782534b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287e3bb44b84" /><Relationship Type="http://schemas.openxmlformats.org/officeDocument/2006/relationships/image" Target="/ppt/media/image.png" Id="R2dd9a2d17f1c4c2f" /><Relationship Type="http://schemas.openxmlformats.org/officeDocument/2006/relationships/image" Target="/ppt/media/image2.png" Id="R1d71ed43bce94762" /><Relationship Type="http://schemas.openxmlformats.org/officeDocument/2006/relationships/image" Target="/ppt/media/image3.png" Id="Rfee78dba17854a7c" /><Relationship Type="http://schemas.openxmlformats.org/officeDocument/2006/relationships/image" Target="/ppt/media/image4.png" Id="R84f7aa15fd6e4cb2" /><Relationship Type="http://schemas.openxmlformats.org/officeDocument/2006/relationships/notesSlide" Target="/ppt/notesSlides/notesSlide8.xml" Id="R444f969a9518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dd5bccca541af" /><Relationship Type="http://schemas.openxmlformats.org/officeDocument/2006/relationships/image" Target="/ppt/media/image5.png" Id="Re1627e1a26de40b2" /><Relationship Type="http://schemas.openxmlformats.org/officeDocument/2006/relationships/image" Target="/ppt/media/image.gif" Id="R2cda2e6e7eeb43ba" /><Relationship Type="http://schemas.openxmlformats.org/officeDocument/2006/relationships/notesSlide" Target="/ppt/notesSlides/notesSlide9.xml" Id="R650b5cf7a5e9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f4bec65d7474a" /><Relationship Type="http://schemas.openxmlformats.org/officeDocument/2006/relationships/image" Target="/ppt/media/image.jpeg" Id="Rec70a2bf2ce04602" /><Relationship Type="http://schemas.openxmlformats.org/officeDocument/2006/relationships/notesSlide" Target="/ppt/notesSlides/notesSlide10.xml" Id="Rf17fddf495df40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6c5bc510d4634" /><Relationship Type="http://schemas.openxmlformats.org/officeDocument/2006/relationships/image" Target="/ppt/media/image.gif" Id="R05ffaa347b224099" /><Relationship Type="http://schemas.openxmlformats.org/officeDocument/2006/relationships/image" Target="/ppt/media/image2.jpeg" Id="Re56207b502c94d6e" /><Relationship Type="http://schemas.openxmlformats.org/officeDocument/2006/relationships/image" Target="/ppt/media/image3.jpeg" Id="R5c96888bc9684517" /><Relationship Type="http://schemas.openxmlformats.org/officeDocument/2006/relationships/image" Target="/ppt/media/image4.jpeg" Id="Rcbc09c8b40d84b09" /><Relationship Type="http://schemas.openxmlformats.org/officeDocument/2006/relationships/image" Target="/ppt/media/image5.jpeg" Id="R45e1b3c9d0dc4b88" /><Relationship Type="http://schemas.openxmlformats.org/officeDocument/2006/relationships/notesSlide" Target="/ppt/notesSlides/notesSlide11.xml" Id="R32be19012c6d41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0b786c3648cc" /><Relationship Type="http://schemas.openxmlformats.org/officeDocument/2006/relationships/image" Target="/ppt/media/image6.jpeg" Id="R43135d3526984654" /><Relationship Type="http://schemas.openxmlformats.org/officeDocument/2006/relationships/notesSlide" Target="/ppt/notesSlides/notesSlide12.xml" Id="R0be699c554e048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c65fc57d4245" /><Relationship Type="http://schemas.openxmlformats.org/officeDocument/2006/relationships/image" Target="/ppt/media/image.gif" Id="Rf5c3156af5364815" /><Relationship Type="http://schemas.openxmlformats.org/officeDocument/2006/relationships/image" Target="/ppt/media/image7.jpeg" Id="Rda4a403d2d9545c1" /><Relationship Type="http://schemas.openxmlformats.org/officeDocument/2006/relationships/notesSlide" Target="/ppt/notesSlides/notesSlide13.xml" Id="Red5e7ec5df204d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e7f6ee5d442c7" /><Relationship Type="http://schemas.openxmlformats.org/officeDocument/2006/relationships/image" Target="/ppt/media/image8.jpeg" Id="R19407d455ecd49e7" /><Relationship Type="http://schemas.openxmlformats.org/officeDocument/2006/relationships/notesSlide" Target="/ppt/notesSlides/notesSlide14.xml" Id="R71e346737e5041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d687619b4f3b" /><Relationship Type="http://schemas.openxmlformats.org/officeDocument/2006/relationships/image" Target="/ppt/media/image.gif" Id="Rdb905c709a084689" /><Relationship Type="http://schemas.openxmlformats.org/officeDocument/2006/relationships/image" Target="/ppt/media/image9.jpeg" Id="R1ddd0238b9094c7b" /><Relationship Type="http://schemas.openxmlformats.org/officeDocument/2006/relationships/notesSlide" Target="/ppt/notesSlides/notesSlide15.xml" Id="Rda15dcb5cc874e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9547cce1f4676" /><Relationship Type="http://schemas.openxmlformats.org/officeDocument/2006/relationships/image" Target="/ppt/media/image6.png" Id="R77e673e6b34f4526" /><Relationship Type="http://schemas.openxmlformats.org/officeDocument/2006/relationships/notesSlide" Target="/ppt/notesSlides/notesSlide16.xml" Id="R03f43b434fdb47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94d2de11d4e3e" /><Relationship Type="http://schemas.openxmlformats.org/officeDocument/2006/relationships/image" Target="/ppt/media/image.gif" Id="R91edeae8a2174e81" /><Relationship Type="http://schemas.openxmlformats.org/officeDocument/2006/relationships/image" Target="/ppt/media/image10.jpeg" Id="Ra94eb413ec9e414b" /><Relationship Type="http://schemas.openxmlformats.org/officeDocument/2006/relationships/notesSlide" Target="/ppt/notesSlides/notesSlide17.xml" Id="R18eb412f2dbd4e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98b0c35c94ffc" /><Relationship Type="http://schemas.openxmlformats.org/officeDocument/2006/relationships/image" Target="/ppt/media/image7.png" Id="R3cd62f091d89484a" /><Relationship Type="http://schemas.openxmlformats.org/officeDocument/2006/relationships/notesSlide" Target="/ppt/notesSlides/notesSlide18.xml" Id="Rf4a2b4af009446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3ecfb1cbd4b8d" /><Relationship Type="http://schemas.openxmlformats.org/officeDocument/2006/relationships/image" Target="/ppt/media/image.gif" Id="Rd76a08d7a8c5483a" /><Relationship Type="http://schemas.openxmlformats.org/officeDocument/2006/relationships/image" Target="/ppt/media/image11.jpeg" Id="R388b28fae16f4339" /><Relationship Type="http://schemas.openxmlformats.org/officeDocument/2006/relationships/notesSlide" Target="/ppt/notesSlides/notesSlide19.xml" Id="Rdbf59f49d21042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6e9d1ee649fc" /><Relationship Type="http://schemas.openxmlformats.org/officeDocument/2006/relationships/image" Target="/ppt/media/image12.jpeg" Id="R97e82dcb32484981" /><Relationship Type="http://schemas.openxmlformats.org/officeDocument/2006/relationships/notesSlide" Target="/ppt/notesSlides/notesSlide20.xml" Id="R6f1008ab2fea41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0b81558364b81" /><Relationship Type="http://schemas.openxmlformats.org/officeDocument/2006/relationships/image" Target="/ppt/media/image.gif" Id="R414dba8ddda942fa" /><Relationship Type="http://schemas.openxmlformats.org/officeDocument/2006/relationships/image" Target="/ppt/media/image13.jpeg" Id="R6b03fd423d554312" /><Relationship Type="http://schemas.openxmlformats.org/officeDocument/2006/relationships/notesSlide" Target="/ppt/notesSlides/notesSlide21.xml" Id="Rbcc0d008cced4d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01ecb7ac64b69" /><Relationship Type="http://schemas.openxmlformats.org/officeDocument/2006/relationships/image" Target="/ppt/media/image14.jpeg" Id="R5664ce543d7341d5" /><Relationship Type="http://schemas.openxmlformats.org/officeDocument/2006/relationships/image" Target="/ppt/media/image15.jpeg" Id="R86102772664c4fe2" /><Relationship Type="http://schemas.openxmlformats.org/officeDocument/2006/relationships/notesSlide" Target="/ppt/notesSlides/notesSlide22.xml" Id="R5ed2d052193543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d72e0528b4c87" /><Relationship Type="http://schemas.openxmlformats.org/officeDocument/2006/relationships/image" Target="/ppt/media/image.gif" Id="R9894937463354d1e" /><Relationship Type="http://schemas.openxmlformats.org/officeDocument/2006/relationships/image" Target="/ppt/media/image16.jpeg" Id="R2aaa3b28406a4a34" /><Relationship Type="http://schemas.openxmlformats.org/officeDocument/2006/relationships/image" Target="/ppt/media/image17.jpeg" Id="R8cebae2e47f54a93" /><Relationship Type="http://schemas.openxmlformats.org/officeDocument/2006/relationships/image" Target="/ppt/media/image18.jpeg" Id="R5b3e20b86ddc4bbf" /><Relationship Type="http://schemas.openxmlformats.org/officeDocument/2006/relationships/image" Target="/ppt/media/image19.jpeg" Id="R7b4febfeb81047fe" /><Relationship Type="http://schemas.openxmlformats.org/officeDocument/2006/relationships/notesSlide" Target="/ppt/notesSlides/notesSlide23.xml" Id="Rf160355ba43d41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351e9b43b48a0" /><Relationship Type="http://schemas.openxmlformats.org/officeDocument/2006/relationships/image" Target="/ppt/media/image16.jpeg" Id="R1ab740a8605d4f06" /><Relationship Type="http://schemas.openxmlformats.org/officeDocument/2006/relationships/image" Target="/ppt/media/image17.jpeg" Id="R358f3b1de98f4ff3" /><Relationship Type="http://schemas.openxmlformats.org/officeDocument/2006/relationships/image" Target="/ppt/media/image18.jpeg" Id="R48b08f1067454985" /><Relationship Type="http://schemas.openxmlformats.org/officeDocument/2006/relationships/image" Target="/ppt/media/image19.jpeg" Id="Rf19ca1a0880148bf" /><Relationship Type="http://schemas.openxmlformats.org/officeDocument/2006/relationships/notesSlide" Target="/ppt/notesSlides/notesSlide24.xml" Id="R80bd4cfbf08240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f851e480d4df9" /><Relationship Type="http://schemas.openxmlformats.org/officeDocument/2006/relationships/image" Target="/ppt/media/image.gif" Id="R3423bb536e1046bb" /><Relationship Type="http://schemas.openxmlformats.org/officeDocument/2006/relationships/notesSlide" Target="/ppt/notesSlides/notesSlide25.xml" Id="Ra8eafd3cc5294f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d0c11b3424591" /><Relationship Type="http://schemas.openxmlformats.org/officeDocument/2006/relationships/notesSlide" Target="/ppt/notesSlides/notesSlide26.xml" Id="R9869350c424a40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09e326020437f" /><Relationship Type="http://schemas.openxmlformats.org/officeDocument/2006/relationships/notesSlide" Target="/ppt/notesSlides/notesSlide27.xml" Id="R6be31bbd2dc24e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38afc7c894874" /><Relationship Type="http://schemas.openxmlformats.org/officeDocument/2006/relationships/image" Target="/ppt/media/image20.jpeg" Id="R370e342c5996446e" /><Relationship Type="http://schemas.openxmlformats.org/officeDocument/2006/relationships/notesSlide" Target="/ppt/notesSlides/notesSlide28.xml" Id="R2dfd2b563cc1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34CF652A-F899-4A18-803D-510D171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790" y="2047925"/>
            <a:ext cx="7823400" cy="136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64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SHOKO'S BIRTHDAY</a:t>
            </a:r>
            <a:endParaRPr sz="6400"/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4ED701A5-A4EC-45C9-8D68-8E0E377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33" y="3922770"/>
            <a:ext cx="3474600" cy="5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3400"/>
              <a:buFont typeface="Arial"/>
              <a:buNone/>
            </a:pPr>
            <a:r>
              <a:rPr sz="34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2026</a:t>
            </a:r>
            <a:endParaRPr sz="3400"/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2C7D2E39-48D5-4021-980F-9367B3C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〜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祝・6回目の誕生日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〜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125499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">
            <a:extLst xmlns:a="http://schemas.openxmlformats.org/drawingml/2006/main">
              <a:ext uri="{FF2B5EF4-FFF2-40B4-BE49-F238E27FC236}">
                <a16:creationId xmlns:a16="http://schemas.microsoft.com/office/drawing/2014/main" id="{AF487EE3-7620-4573-8F14-8C3EA35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しょうこさん、お誕生日おめでとう！</a:t>
            </a:r>
            <a:endParaRPr sz="2500"/>
          </a:p>
        </p:txBody>
      </p:sp>
      <p:sp>
        <p:nvSpPr>
          <p:cNvPr id="30" name="Google Shape;30;p2">
            <a:extLst xmlns:a="http://schemas.openxmlformats.org/drawingml/2006/main">
              <a:ext uri="{FF2B5EF4-FFF2-40B4-BE49-F238E27FC236}">
                <a16:creationId xmlns:a16="http://schemas.microsoft.com/office/drawing/2014/main" id="{654921F4-78C8-49EC-A961-CAE68CE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3700"/>
            <a:ext cx="9906000" cy="120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今年もこの日を一緒に迎えられてうれしいです。</a:t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いつも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一緒にいて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くれて、本当にありがとう。</a:t>
            </a:r>
            <a:endParaRPr sz="16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</p:txBody>
      </p:sp>
      <p:sp>
        <p:nvSpPr>
          <p:cNvPr id="31" name="Google Shape;31;p2">
            <a:extLst xmlns:a="http://schemas.openxmlformats.org/drawingml/2006/main">
              <a:ext uri="{FF2B5EF4-FFF2-40B4-BE49-F238E27FC236}">
                <a16:creationId xmlns:a16="http://schemas.microsoft.com/office/drawing/2014/main" id="{0D7EEEED-D2A4-496F-A45D-F22937C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8163"/>
            <a:ext cx="101040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今年も、しょうこのため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にいつものアレ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を用意しました！</a:t>
            </a:r>
            <a:endParaRPr sz="16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48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0E099865-77E2-4808-AAFF-3FBC14F1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400" y="1988700"/>
            <a:ext cx="9054900" cy="288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54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SHOKO'S BIRTHDAY QUIZ 2026</a:t>
            </a:r>
            <a:endParaRPr sz="5400" b="1">
              <a:solidFill>
                <a:srgbClr val="00D9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600"/>
              <a:buFont typeface="Arial"/>
              <a:buNone/>
            </a:pPr>
            <a:r>
              <a:rPr sz="5400" b="1">
                <a:solidFill>
                  <a:srgbClr val="00D9FF"/>
                </a:solidFill>
              </a:rPr>
              <a:t>〜今年のクイズは一味違う〜</a:t>
            </a:r>
            <a:endParaRPr sz="5400" b="1">
              <a:solidFill>
                <a:srgbClr val="00D9FF"/>
              </a:solidFill>
            </a:endParaRPr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907867F3-5951-48DE-9D0C-A7BC2BB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88" y="103122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3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今年のスペシャル企画、題して…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44822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g3f8adf60a0c_0_4">
            <a:extLst xmlns:a="http://schemas.openxmlformats.org/drawingml/2006/main">
              <a:ext uri="{FF2B5EF4-FFF2-40B4-BE49-F238E27FC236}">
                <a16:creationId xmlns:a16="http://schemas.microsoft.com/office/drawing/2014/main" id="{5FA270FA-6B5F-4694-BEBE-F5FDE26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800" cy="3474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80"/>
            </a:srgbClr>
          </a:solidFill>
          <a:ln xmlns:a="http://schemas.openxmlformats.org/drawingml/2006/main" w="1015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" name="Google Shape;45;g3f8adf60a0c_0_4">
            <a:extLst xmlns:a="http://schemas.openxmlformats.org/drawingml/2006/main">
              <a:ext uri="{FF2B5EF4-FFF2-40B4-BE49-F238E27FC236}">
                <a16:creationId xmlns:a16="http://schemas.microsoft.com/office/drawing/2014/main" id="{ED78436B-08D7-4E85-A51F-7D6FE6F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8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RULES</a:t>
            </a:r>
            <a:endParaRPr sz="1000"/>
          </a:p>
        </p:txBody>
      </p:sp>
      <p:sp>
        <p:nvSpPr>
          <p:cNvPr id="46" name="Google Shape;46;g3f8adf60a0c_0_4">
            <a:extLst xmlns:a="http://schemas.openxmlformats.org/drawingml/2006/main">
              <a:ext uri="{FF2B5EF4-FFF2-40B4-BE49-F238E27FC236}">
                <a16:creationId xmlns:a16="http://schemas.microsoft.com/office/drawing/2014/main" id="{620BEA72-C6D9-4A71-B22F-16BCB64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HOW TO PLAY</a:t>
            </a:r>
            <a:endParaRPr sz="1000"/>
          </a:p>
        </p:txBody>
      </p:sp>
      <p:sp>
        <p:nvSpPr>
          <p:cNvPr id="47" name="Google Shape;47;g3f8adf60a0c_0_4">
            <a:extLst xmlns:a="http://schemas.openxmlformats.org/drawingml/2006/main">
              <a:ext uri="{FF2B5EF4-FFF2-40B4-BE49-F238E27FC236}">
                <a16:creationId xmlns:a16="http://schemas.microsoft.com/office/drawing/2014/main" id="{5F9C1F06-7E82-46FF-8410-CC98B69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今年</a:t>
            </a: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のルールを発表します！</a:t>
            </a:r>
            <a:endParaRPr sz="1200"/>
          </a:p>
        </p:txBody>
      </p:sp>
      <p:sp>
        <p:nvSpPr>
          <p:cNvPr id="48" name="Google Shape;48;g3f8adf60a0c_0_4">
            <a:extLst xmlns:a="http://schemas.openxmlformats.org/drawingml/2006/main">
              <a:ext uri="{FF2B5EF4-FFF2-40B4-BE49-F238E27FC236}">
                <a16:creationId xmlns:a16="http://schemas.microsoft.com/office/drawing/2014/main" id="{0E5B3785-152F-43DE-8FCA-7810602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" name="Google Shape;49;g3f8adf60a0c_0_4">
            <a:extLst xmlns:a="http://schemas.openxmlformats.org/drawingml/2006/main">
              <a:ext uri="{FF2B5EF4-FFF2-40B4-BE49-F238E27FC236}">
                <a16:creationId xmlns:a16="http://schemas.microsoft.com/office/drawing/2014/main" id="{1D22721F-0564-45C0-A248-A72E3FBF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000"/>
              <a:buFont typeface="Arial"/>
              <a:buNone/>
            </a:pPr>
            <a:r>
              <a:rPr sz="3000" b="1">
                <a:solidFill>
                  <a:srgbClr val="00D9FF"/>
                </a:solidFill>
                <a:latin typeface="Arial"/>
                <a:ea typeface="Arial"/>
                <a:cs typeface="Arial"/>
              </a:rPr>
              <a:t>01</a:t>
            </a:r>
            <a:endParaRPr sz="2000"/>
          </a:p>
        </p:txBody>
      </p:sp>
      <p:sp>
        <p:nvSpPr>
          <p:cNvPr id="50" name="Google Shape;50;g3f8adf60a0c_0_4">
            <a:extLst xmlns:a="http://schemas.openxmlformats.org/drawingml/2006/main">
              <a:ext uri="{FF2B5EF4-FFF2-40B4-BE49-F238E27FC236}">
                <a16:creationId xmlns:a16="http://schemas.microsoft.com/office/drawing/2014/main" id="{613440B9-B743-4BD2-98F8-94C0670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4択 × 10問</a:t>
            </a:r>
            <a:endParaRPr sz="1600"/>
          </a:p>
        </p:txBody>
      </p:sp>
      <p:cxnSp>
        <p:nvCxnSpPr>
          <p:cNvPr id="100" name="Google Shape;51;g3f8adf60a0c_0_4"/>
          <p:cNvCxnSpPr/>
          <p:nvPr/>
        </p:nvCxnSpPr>
        <p:spPr>
          <a:xfrm xmlns:a="http://schemas.openxmlformats.org/drawingml/2006/main">
            <a:off x="749808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00D9FF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3f8adf60a0c_0_4">
            <a:extLst xmlns:a="http://schemas.openxmlformats.org/drawingml/2006/main">
              <a:ext uri="{FF2B5EF4-FFF2-40B4-BE49-F238E27FC236}">
                <a16:creationId xmlns:a16="http://schemas.microsoft.com/office/drawing/2014/main" id="{CED560CC-3846-4FCB-B40C-5873B87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全10問。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4択から答えてね！</a:t>
            </a:r>
            <a:endParaRPr sz="1100"/>
          </a:p>
        </p:txBody>
      </p:sp>
      <p:sp>
        <p:nvSpPr>
          <p:cNvPr id="53" name="Google Shape;53;g3f8adf60a0c_0_4">
            <a:extLst xmlns:a="http://schemas.openxmlformats.org/drawingml/2006/main">
              <a:ext uri="{FF2B5EF4-FFF2-40B4-BE49-F238E27FC236}">
                <a16:creationId xmlns:a16="http://schemas.microsoft.com/office/drawing/2014/main" id="{AD1CC9D7-EB35-411C-9386-E58B949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" name="Google Shape;54;g3f8adf60a0c_0_4">
            <a:extLst xmlns:a="http://schemas.openxmlformats.org/drawingml/2006/main">
              <a:ext uri="{FF2B5EF4-FFF2-40B4-BE49-F238E27FC236}">
                <a16:creationId xmlns:a16="http://schemas.microsoft.com/office/drawing/2014/main" id="{A57B93BB-ABEF-46EA-B075-8665775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4D9D"/>
              </a:buClr>
              <a:buSzPts val="2000"/>
              <a:buFont typeface="Arial"/>
              <a:buNone/>
            </a:pPr>
            <a:r>
              <a:rPr sz="3000" b="1">
                <a:solidFill>
                  <a:srgbClr val="FF4D9D"/>
                </a:solidFill>
                <a:latin typeface="Arial"/>
                <a:ea typeface="Arial"/>
                <a:cs typeface="Arial"/>
              </a:rPr>
              <a:t>02</a:t>
            </a:r>
            <a:endParaRPr sz="2000"/>
          </a:p>
        </p:txBody>
      </p:sp>
      <p:sp>
        <p:nvSpPr>
          <p:cNvPr id="55" name="Google Shape;55;g3f8adf60a0c_0_4">
            <a:extLst xmlns:a="http://schemas.openxmlformats.org/drawingml/2006/main">
              <a:ext uri="{FF2B5EF4-FFF2-40B4-BE49-F238E27FC236}">
                <a16:creationId xmlns:a16="http://schemas.microsoft.com/office/drawing/2014/main" id="{706E33E6-B6AE-48DF-89DB-448A924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97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賞品GET</a:t>
            </a:r>
            <a:endParaRPr sz="1600"/>
          </a:p>
        </p:txBody>
      </p:sp>
      <p:cxnSp>
        <p:nvCxnSpPr>
          <p:cNvPr id="105" name="Google Shape;56;g3f8adf60a0c_0_4"/>
          <p:cNvCxnSpPr/>
          <p:nvPr/>
        </p:nvCxnSpPr>
        <p:spPr>
          <a:xfrm xmlns:a="http://schemas.openxmlformats.org/drawingml/2006/main">
            <a:off x="3547872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4D9D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g3f8adf60a0c_0_4">
            <a:extLst xmlns:a="http://schemas.openxmlformats.org/drawingml/2006/main">
              <a:ext uri="{FF2B5EF4-FFF2-40B4-BE49-F238E27FC236}">
                <a16:creationId xmlns:a16="http://schemas.microsoft.com/office/drawing/2014/main" id="{BD255FC0-857A-4FA9-8017-9A4209B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97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正解数で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賞品をGET！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8" name="Google Shape;58;g3f8adf60a0c_0_4">
            <a:extLst xmlns:a="http://schemas.openxmlformats.org/drawingml/2006/main">
              <a:ext uri="{FF2B5EF4-FFF2-40B4-BE49-F238E27FC236}">
                <a16:creationId xmlns:a16="http://schemas.microsoft.com/office/drawing/2014/main" id="{14CE86CE-8F03-4B64-829E-AF2F8C7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g3f8adf60a0c_0_4">
            <a:extLst xmlns:a="http://schemas.openxmlformats.org/drawingml/2006/main">
              <a:ext uri="{FF2B5EF4-FFF2-40B4-BE49-F238E27FC236}">
                <a16:creationId xmlns:a16="http://schemas.microsoft.com/office/drawing/2014/main" id="{93B2031D-BC66-4288-852B-556CB78D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2000"/>
              <a:buFont typeface="Arial"/>
              <a:buNone/>
            </a:pPr>
            <a:r>
              <a:rPr sz="3000" b="1">
                <a:solidFill>
                  <a:srgbClr val="FFD65A"/>
                </a:solidFill>
                <a:latin typeface="Arial"/>
                <a:ea typeface="Arial"/>
                <a:cs typeface="Arial"/>
              </a:rPr>
              <a:t>03</a:t>
            </a:r>
            <a:endParaRPr sz="2000"/>
          </a:p>
        </p:txBody>
      </p:sp>
      <p:sp>
        <p:nvSpPr>
          <p:cNvPr id="60" name="Google Shape;60;g3f8adf60a0c_0_4">
            <a:extLst xmlns:a="http://schemas.openxmlformats.org/drawingml/2006/main">
              <a:ext uri="{FF2B5EF4-FFF2-40B4-BE49-F238E27FC236}">
                <a16:creationId xmlns:a16="http://schemas.microsoft.com/office/drawing/2014/main" id="{F725B5AE-C21A-4AC8-AA03-D9ECFF7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1問 60秒</a:t>
            </a:r>
            <a:endParaRPr sz="1600"/>
          </a:p>
        </p:txBody>
      </p:sp>
      <p:cxnSp>
        <p:nvCxnSpPr>
          <p:cNvPr id="110" name="Google Shape;61;g3f8adf60a0c_0_4"/>
          <p:cNvCxnSpPr/>
          <p:nvPr/>
        </p:nvCxnSpPr>
        <p:spPr>
          <a:xfrm xmlns:a="http://schemas.openxmlformats.org/drawingml/2006/main">
            <a:off x="6345936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D65A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g3f8adf60a0c_0_4">
            <a:extLst xmlns:a="http://schemas.openxmlformats.org/drawingml/2006/main">
              <a:ext uri="{FF2B5EF4-FFF2-40B4-BE49-F238E27FC236}">
                <a16:creationId xmlns:a16="http://schemas.microsoft.com/office/drawing/2014/main" id="{9363F743-FB3A-4787-AB2A-A1E1B3A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1問60秒。</a:t>
            </a:r>
            <a:endParaRPr sz="1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時間内に解答してね！</a:t>
            </a:r>
            <a:endParaRPr sz="3000">
              <a:solidFill>
                <a:srgbClr val="A9B8C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3" name="Google Shape;63;g3f8adf60a0c_0_4">
            <a:extLst xmlns:a="http://schemas.openxmlformats.org/drawingml/2006/main">
              <a:ext uri="{FF2B5EF4-FFF2-40B4-BE49-F238E27FC236}">
                <a16:creationId xmlns:a16="http://schemas.microsoft.com/office/drawing/2014/main" id="{B1C5326E-0782-4E64-AC45-EAC0A37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417320"/>
            <a:ext cx="2496300" cy="33558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" name="Google Shape;64;g3f8adf60a0c_0_4">
            <a:extLst xmlns:a="http://schemas.openxmlformats.org/drawingml/2006/main">
              <a:ext uri="{FF2B5EF4-FFF2-40B4-BE49-F238E27FC236}">
                <a16:creationId xmlns:a16="http://schemas.microsoft.com/office/drawing/2014/main" id="{46B6988B-3B4C-48EB-943A-19426DF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DE3A3"/>
              </a:buClr>
              <a:buSzPts val="2000"/>
              <a:buFont typeface="Arial"/>
              <a:buNone/>
            </a:pPr>
            <a:r>
              <a:rPr sz="3000" b="1">
                <a:solidFill>
                  <a:srgbClr val="4DE3A3"/>
                </a:solidFill>
                <a:latin typeface="Arial"/>
                <a:ea typeface="Arial"/>
                <a:cs typeface="Arial"/>
              </a:rPr>
              <a:t>04</a:t>
            </a:r>
            <a:endParaRPr sz="2000"/>
          </a:p>
        </p:txBody>
      </p:sp>
      <p:sp>
        <p:nvSpPr>
          <p:cNvPr id="65" name="Google Shape;65;g3f8adf60a0c_0_4">
            <a:extLst xmlns:a="http://schemas.openxmlformats.org/drawingml/2006/main">
              <a:ext uri="{FF2B5EF4-FFF2-40B4-BE49-F238E27FC236}">
                <a16:creationId xmlns:a16="http://schemas.microsoft.com/office/drawing/2014/main" id="{2ECB8FE5-7143-4D02-A274-C4D14AB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47875"/>
            <a:ext cx="2286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6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ヒント3つ</a:t>
            </a:r>
            <a:endParaRPr sz="1600"/>
          </a:p>
        </p:txBody>
      </p:sp>
      <p:cxnSp>
        <p:nvCxnSpPr>
          <p:cNvPr id="115" name="Google Shape;66;g3f8adf60a0c_0_4"/>
          <p:cNvCxnSpPr/>
          <p:nvPr/>
        </p:nvCxnSpPr>
        <p:spPr>
          <a:xfrm xmlns:a="http://schemas.openxmlformats.org/drawingml/2006/main">
            <a:off x="9144000" y="2660904"/>
            <a:ext cx="203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4DE3A3">
                <a:alpha val="5804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g3f8adf60a0c_0_4">
            <a:extLst xmlns:a="http://schemas.openxmlformats.org/drawingml/2006/main">
              <a:ext uri="{FF2B5EF4-FFF2-40B4-BE49-F238E27FC236}">
                <a16:creationId xmlns:a16="http://schemas.microsoft.com/office/drawing/2014/main" id="{A6B21E6B-78D5-4F82-940C-1DB3CE2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67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開始前に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ヒントを</a:t>
            </a:r>
            <a:endParaRPr sz="110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1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3つ選ぼう！</a:t>
            </a:r>
            <a:endParaRPr sz="1100"/>
          </a:p>
        </p:txBody>
      </p:sp>
      <p:sp>
        <p:nvSpPr>
          <p:cNvPr id="68" name="Google Shape;68;g3f8adf60a0c_0_4">
            <a:extLst xmlns:a="http://schemas.openxmlformats.org/drawingml/2006/main">
              <a:ext uri="{FF2B5EF4-FFF2-40B4-BE49-F238E27FC236}">
                <a16:creationId xmlns:a16="http://schemas.microsoft.com/office/drawing/2014/main" id="{6798D17E-BC42-4563-8F8D-65A3E56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12080"/>
            <a:ext cx="9052500" cy="5670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62A"/>
          </a:solidFill>
          <a:ln xmlns:a="http://schemas.openxmlformats.org/drawingml/2006/main" w="127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" name="Google Shape;69;g3f8adf60a0c_0_4">
            <a:extLst xmlns:a="http://schemas.openxmlformats.org/drawingml/2006/main">
              <a:ext uri="{FF2B5EF4-FFF2-40B4-BE49-F238E27FC236}">
                <a16:creationId xmlns:a16="http://schemas.microsoft.com/office/drawing/2014/main" id="{9C2611F7-B52A-4981-9EE6-08B5544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2822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D65A"/>
              </a:buClr>
              <a:buSzPts val="1200"/>
              <a:buFont typeface="Noto Sans"/>
              <a:buNone/>
            </a:pP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ヒント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を</a:t>
            </a:r>
            <a:r>
              <a:rPr sz="3000" b="1">
                <a:solidFill>
                  <a:srgbClr val="FFD65A"/>
                </a:solidFill>
                <a:latin typeface="Noto Sans"/>
                <a:ea typeface="Noto Sans"/>
                <a:cs typeface="Noto Sans"/>
              </a:rPr>
              <a:t>使うタイミングは自由！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204905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F0F3E6BC-B405-4A40-8CDB-6B12364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23B7850C-5F89-4B3C-8ECA-089CAE53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HINT</a:t>
            </a:r>
            <a:endParaRPr sz="1000"/>
          </a:p>
        </p:txBody>
      </p:sp>
      <p:sp>
        <p:nvSpPr>
          <p:cNvPr id="77" name="Google Shape;77;p5">
            <a:extLst xmlns:a="http://schemas.openxmlformats.org/drawingml/2006/main">
              <a:ext uri="{FF2B5EF4-FFF2-40B4-BE49-F238E27FC236}">
                <a16:creationId xmlns:a16="http://schemas.microsoft.com/office/drawing/2014/main" id="{1ECB9E32-FF1C-417C-B150-1AFE073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HINT ITEMS</a:t>
            </a:r>
            <a:endParaRPr sz="1000"/>
          </a:p>
        </p:txBody>
      </p:sp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D137EDE1-675A-4E7B-A6D4-B0F5389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2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6つの中から、3つ選んでね！</a:t>
            </a:r>
            <a:endParaRPr sz="1200"/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AB3FDF39-7AD0-41E6-BB8E-D7CBCAF6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7314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074C1F64-3DDF-46DD-A42E-CB1F2A75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E06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" name="Google Shape;81;p5">
            <a:extLst xmlns:a="http://schemas.openxmlformats.org/drawingml/2006/main">
              <a:ext uri="{FF2B5EF4-FFF2-40B4-BE49-F238E27FC236}">
                <a16:creationId xmlns:a16="http://schemas.microsoft.com/office/drawing/2014/main" id="{CB9BBB75-8918-4BAC-83CA-2D05CF4E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sz="1400" b="1">
                <a:solidFill>
                  <a:srgbClr val="FFE062"/>
                </a:solidFill>
                <a:latin typeface="Arial"/>
                <a:ea typeface="Arial"/>
                <a:cs typeface="Arial"/>
              </a:rPr>
              <a:t>✓ / ✕</a:t>
            </a:r>
            <a:endParaRPr sz="1400"/>
          </a:p>
        </p:txBody>
      </p:sp>
      <p:sp>
        <p:nvSpPr>
          <p:cNvPr id="82" name="Google Shape;82;p5">
            <a:extLst xmlns:a="http://schemas.openxmlformats.org/drawingml/2006/main">
              <a:ext uri="{FF2B5EF4-FFF2-40B4-BE49-F238E27FC236}">
                <a16:creationId xmlns:a16="http://schemas.microsoft.com/office/drawing/2014/main" id="{E9CB96B1-3935-4C89-9912-76BDE630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E062"/>
              </a:buClr>
              <a:buSzPts val="1400"/>
              <a:buFont typeface="Arial"/>
              <a:buNone/>
            </a:pPr>
            <a:r>
              <a:rPr sz="3000" b="1">
                <a:solidFill>
                  <a:srgbClr val="FFE062"/>
                </a:solidFill>
                <a:latin typeface="Arial"/>
                <a:ea typeface="Arial"/>
                <a:cs typeface="Arial"/>
              </a:rPr>
              <a:t>YES / NO</a:t>
            </a:r>
            <a:endParaRPr sz="1400"/>
          </a:p>
        </p:txBody>
      </p:sp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436A1982-8395-460C-A26D-696C739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YES / NOで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答えます</a:t>
            </a:r>
            <a:endParaRPr sz="1050"/>
          </a:p>
        </p:txBody>
      </p:sp>
      <p:sp>
        <p:nvSpPr>
          <p:cNvPr id="84" name="Google Shape;84;p5">
            <a:extLst xmlns:a="http://schemas.openxmlformats.org/drawingml/2006/main">
              <a:ext uri="{FF2B5EF4-FFF2-40B4-BE49-F238E27FC236}">
                <a16:creationId xmlns:a16="http://schemas.microsoft.com/office/drawing/2014/main" id="{AD111D31-1AE4-40FA-B13A-9476BAE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789940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5" name="Google Shape;85;p5">
            <a:extLst xmlns:a="http://schemas.openxmlformats.org/drawingml/2006/main">
              <a:ext uri="{FF2B5EF4-FFF2-40B4-BE49-F238E27FC236}">
                <a16:creationId xmlns:a16="http://schemas.microsoft.com/office/drawing/2014/main" id="{65C45B30-91F5-4317-80E6-59BE8FE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8FD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86B1D191-5305-4E6D-B8C5-A4DF94D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sz="3900" b="1">
                <a:solidFill>
                  <a:srgbClr val="FF8FD1"/>
                </a:solidFill>
              </a:rPr>
              <a:t>∞</a:t>
            </a:r>
            <a:endParaRPr sz="3900"/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E895547E-BA26-45D7-AD4E-52CB987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8FD1"/>
              </a:buClr>
              <a:buSzPts val="1400"/>
              <a:buFont typeface="Arial"/>
              <a:buNone/>
            </a:pPr>
            <a:r>
              <a:rPr sz="3000" b="1">
                <a:solidFill>
                  <a:srgbClr val="FF8FD1"/>
                </a:solidFill>
              </a:rPr>
              <a:t>時間無限</a:t>
            </a:r>
            <a:endParaRPr sz="1400"/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254C44B7-9863-4D9D-BF0C-B3121AAD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その問題の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制限時間無限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8C239FDC-4096-4825-8228-E0D53B0E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1789940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66251103-08E8-410B-A108-E3740D4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229488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FF8A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822E2A71-9912-49CD-9BD6-CB62D509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230402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2500"/>
              <a:buFont typeface="Arial"/>
              <a:buNone/>
            </a:pPr>
            <a:r>
              <a:rPr sz="2500" b="1">
                <a:solidFill>
                  <a:srgbClr val="FF8A66"/>
                </a:solidFill>
                <a:latin typeface="Arial"/>
                <a:ea typeface="Arial"/>
                <a:cs typeface="Arial"/>
              </a:rPr>
              <a:t>×2</a:t>
            </a:r>
            <a:endParaRPr sz="2500"/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063B8739-83E8-4AEE-A2DB-DBE037B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1896210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8A66"/>
              </a:buClr>
              <a:buSzPts val="1400"/>
              <a:buFont typeface="Arial"/>
              <a:buNone/>
            </a:pPr>
            <a:r>
              <a:rPr sz="3000" b="1">
                <a:solidFill>
                  <a:srgbClr val="FF8A66"/>
                </a:solidFill>
                <a:latin typeface="Arial"/>
                <a:ea typeface="Arial"/>
                <a:cs typeface="Arial"/>
              </a:rPr>
              <a:t>POINT ×2</a:t>
            </a:r>
            <a:endParaRPr sz="1400"/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56C01E4A-8AFD-4821-B5A1-E8EA9CC0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2420085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時間半分で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ポイント2倍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77C169BF-C55F-4F8F-9975-13BB391B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E413366F-1E4E-4308-AA8D-EF996C3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A8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2FD8FE48-865E-4D99-9AD7-C13CF19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85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25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3205CD31-B2BA-4110-AD59-1E54DE18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8D66D"/>
              </a:buClr>
              <a:buSzPts val="1400"/>
              <a:buFont typeface="Arial"/>
              <a:buNone/>
            </a:pPr>
            <a:r>
              <a:rPr sz="3000" b="1">
                <a:solidFill>
                  <a:srgbClr val="A8D66D"/>
                </a:solidFill>
              </a:rPr>
              <a:t>スマホ使用権</a:t>
            </a:r>
            <a:endParaRPr sz="1400"/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01FDC0BA-1403-4AD3-88E9-CD0C488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412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時間内は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スマホOK</a:t>
            </a:r>
            <a:endParaRPr sz="1050"/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A8354E68-067F-4393-A264-4442829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EE2C58C2-6B60-4CDE-9B2D-5EFEC43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32C9F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89BE06C2-DAC8-4F10-B586-B89D5E9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89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2500"/>
              <a:buFont typeface="Arial"/>
              <a:buNone/>
            </a:pPr>
            <a:r>
              <a:rPr sz="4400" b="1">
                <a:solidFill>
                  <a:srgbClr val="32C9F2"/>
                </a:solidFill>
                <a:latin typeface="Arial"/>
                <a:ea typeface="Arial"/>
                <a:cs typeface="Arial"/>
              </a:rPr>
              <a:t>⌕</a:t>
            </a:r>
            <a:endParaRPr sz="4400"/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5FAD2D5-8BA4-410D-9BE0-052B82F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2C9F2"/>
              </a:buClr>
              <a:buSzPts val="1400"/>
              <a:buFont typeface="Arial"/>
              <a:buNone/>
            </a:pPr>
            <a:r>
              <a:rPr sz="3000" b="1">
                <a:solidFill>
                  <a:srgbClr val="32C9F2"/>
                </a:solidFill>
                <a:latin typeface="Arial"/>
                <a:ea typeface="Arial"/>
                <a:cs typeface="Arial"/>
              </a:rPr>
              <a:t>特別ヒント</a:t>
            </a:r>
            <a:endParaRPr sz="1400"/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31354E0F-4CCC-45CB-811C-C3F1DE5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16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りょうとから</a:t>
            </a:r>
            <a:endParaRPr sz="105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特別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ヒント</a:t>
            </a:r>
            <a:endParaRPr sz="1050"/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E6F6AFC2-4E35-4729-866F-5FC60ED4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921987"/>
            <a:ext cx="3429000" cy="17739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E8519937-D372-4215-8FBF-2FAE842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4443724"/>
            <a:ext cx="713100" cy="71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A16"/>
          </a:solidFill>
          <a:ln xmlns:a="http://schemas.openxmlformats.org/drawingml/2006/main" w="20300" cmpd="sng">
            <a:solidFill>
              <a:srgbClr val="B78C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5161DF58-B262-41F5-B76E-024A58C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793" y="4452868"/>
            <a:ext cx="713100" cy="6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2500"/>
              <a:buFont typeface="Arial"/>
              <a:buNone/>
            </a:pPr>
            <a:r>
              <a:rPr sz="2500" b="1">
                <a:solidFill>
                  <a:srgbClr val="B78CFF"/>
                </a:solidFill>
                <a:latin typeface="Arial"/>
                <a:ea typeface="Arial"/>
                <a:cs typeface="Arial"/>
              </a:rPr>
              <a:t>?</a:t>
            </a:r>
            <a:endParaRPr sz="2500"/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655F0A57-39C2-4AF9-A882-24551D2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4039335"/>
            <a:ext cx="2333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78CFF"/>
              </a:buClr>
              <a:buSzPts val="1400"/>
              <a:buFont typeface="Arial"/>
              <a:buNone/>
            </a:pPr>
            <a:r>
              <a:rPr sz="3000" b="1">
                <a:solidFill>
                  <a:srgbClr val="B78CFF"/>
                </a:solidFill>
                <a:latin typeface="Arial"/>
                <a:ea typeface="Arial"/>
                <a:cs typeface="Arial"/>
              </a:rPr>
              <a:t>???</a:t>
            </a:r>
            <a:endParaRPr sz="1400"/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4E9687AB-611D-439E-AD2D-1ADDF19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20" y="4563210"/>
            <a:ext cx="23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選ぶまで</a:t>
            </a:r>
            <a:endParaRPr sz="1050"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5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秘密！</a:t>
            </a:r>
            <a:endParaRPr sz="1050"/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8CE1EEF2-8C69-4937-AA31-28CEBB7B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33" y="4590431"/>
            <a:ext cx="2826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A9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>
            <a:extLst xmlns:a="http://schemas.openxmlformats.org/drawingml/2006/main">
              <a:ext uri="{FF2B5EF4-FFF2-40B4-BE49-F238E27FC236}">
                <a16:creationId xmlns:a16="http://schemas.microsoft.com/office/drawing/2014/main" id="{4105B58C-A838-4BB2-A83F-ABB2DAD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33" y="4626581"/>
            <a:ext cx="282600" cy="3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A9D66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49640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F69063EA-71B7-4A34-8F8D-8E23D3D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E5FEE7E6-3B2D-45DA-B3DB-D47E77E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READY</a:t>
            </a:r>
            <a:endParaRPr sz="1000"/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17CC7286-5202-469D-98B7-2369624E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ARE YOU READY?</a:t>
            </a:r>
            <a:endParaRPr sz="1000"/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A90F64B6-77AC-44B4-B5ED-F486327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5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準備はいいかな？</a:t>
            </a:r>
            <a:endParaRPr sz="2500"/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580D8E11-0DCB-47DF-9868-D428A69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9715500" cy="13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t/>
            </a:r>
            <a:endParaRPr sz="1600"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時間切れになる前に答えてね！</a:t>
            </a:r>
            <a:endParaRPr sz="1600"/>
          </a:p>
        </p:txBody>
      </p:sp>
      <p:sp>
        <p:nvSpPr>
          <p:cNvPr id="121" name="Google Shape;121;p6">
            <a:extLst xmlns:a="http://schemas.openxmlformats.org/drawingml/2006/main">
              <a:ext uri="{FF2B5EF4-FFF2-40B4-BE49-F238E27FC236}">
                <a16:creationId xmlns:a16="http://schemas.microsoft.com/office/drawing/2014/main" id="{1042CFAB-2E11-424E-B64C-BA309994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187952"/>
            <a:ext cx="4480560" cy="82296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10150" cmpd="sng">
            <a:solidFill>
              <a:srgbClr val="FFD65A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C6B6F7A4-7492-438F-9BF9-3B6AB1C0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261104"/>
            <a:ext cx="44805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9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QUIZ START!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13587149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7" name="Google Shape;128;g3f8adf60a0c_0_1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080b062a8447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9" name="Google Shape;129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F1149BA-8D99-413D-9BE1-E595034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59" name="Google Shape;130;g3f8adf60a0c_0_151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g3f8adf60a0c_0_151">
            <a:extLst xmlns:a="http://schemas.openxmlformats.org/drawingml/2006/main">
              <a:ext uri="{FF2B5EF4-FFF2-40B4-BE49-F238E27FC236}">
                <a16:creationId xmlns:a16="http://schemas.microsoft.com/office/drawing/2014/main" id="{F64C60B6-79BB-4D76-8A66-0C5CCBC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次のうち、小さい頃のりょうとが描いた絵はどれ？</a:t>
            </a:r>
            <a:endParaRPr sz="2100"/>
          </a:p>
        </p:txBody>
      </p:sp>
      <p:sp>
        <p:nvSpPr>
          <p:cNvPr id="132" name="Google Shape;132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5687C21-6B47-4131-B8C8-1F105974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DDA5470-8584-4F6F-8AEA-EB048A5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" name="Google Shape;134;g3f8adf60a0c_0_151">
            <a:extLst xmlns:a="http://schemas.openxmlformats.org/drawingml/2006/main">
              <a:ext uri="{FF2B5EF4-FFF2-40B4-BE49-F238E27FC236}">
                <a16:creationId xmlns:a16="http://schemas.microsoft.com/office/drawing/2014/main" id="{4A38B997-4DF6-41FA-B0F9-673FD980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35" name="Google Shape;135;g3f8adf60a0c_0_151">
            <a:extLst xmlns:a="http://schemas.openxmlformats.org/drawingml/2006/main">
              <a:ext uri="{FF2B5EF4-FFF2-40B4-BE49-F238E27FC236}">
                <a16:creationId xmlns:a16="http://schemas.microsoft.com/office/drawing/2014/main" id="{9A584DEF-65B5-4516-B2DF-6DA02650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2B5B04B-2CF7-4309-8B6D-E246C902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g3f8adf60a0c_0_151">
            <a:extLst xmlns:a="http://schemas.openxmlformats.org/drawingml/2006/main">
              <a:ext uri="{FF2B5EF4-FFF2-40B4-BE49-F238E27FC236}">
                <a16:creationId xmlns:a16="http://schemas.microsoft.com/office/drawing/2014/main" id="{F4D335AD-6517-4BE3-9493-A7F2565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38" name="Google Shape;138;g3f8adf60a0c_0_151">
            <a:extLst xmlns:a="http://schemas.openxmlformats.org/drawingml/2006/main">
              <a:ext uri="{FF2B5EF4-FFF2-40B4-BE49-F238E27FC236}">
                <a16:creationId xmlns:a16="http://schemas.microsoft.com/office/drawing/2014/main" id="{5F07C883-685B-40AE-8BD9-A1A82B94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9" name="Google Shape;139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0185355-A98E-4B03-94F3-896ED41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g3f8adf60a0c_0_151">
            <a:extLst xmlns:a="http://schemas.openxmlformats.org/drawingml/2006/main">
              <a:ext uri="{FF2B5EF4-FFF2-40B4-BE49-F238E27FC236}">
                <a16:creationId xmlns:a16="http://schemas.microsoft.com/office/drawing/2014/main" id="{3D68D72A-ACCF-40EB-B88C-43B1710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41" name="Google Shape;141;g3f8adf60a0c_0_151">
            <a:extLst xmlns:a="http://schemas.openxmlformats.org/drawingml/2006/main">
              <a:ext uri="{FF2B5EF4-FFF2-40B4-BE49-F238E27FC236}">
                <a16:creationId xmlns:a16="http://schemas.microsoft.com/office/drawing/2014/main" id="{A0363D39-9CB7-45C1-BBA0-5C92DD97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2" name="Google Shape;142;g3f8adf60a0c_0_151">
            <a:extLst xmlns:a="http://schemas.openxmlformats.org/drawingml/2006/main">
              <a:ext uri="{FF2B5EF4-FFF2-40B4-BE49-F238E27FC236}">
                <a16:creationId xmlns:a16="http://schemas.microsoft.com/office/drawing/2014/main" id="{687B1E32-22C6-4E5D-90DC-05B7FD04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" name="Google Shape;143;g3f8adf60a0c_0_151">
            <a:extLst xmlns:a="http://schemas.openxmlformats.org/drawingml/2006/main">
              <a:ext uri="{FF2B5EF4-FFF2-40B4-BE49-F238E27FC236}">
                <a16:creationId xmlns:a16="http://schemas.microsoft.com/office/drawing/2014/main" id="{5479842B-DB69-4C72-B064-D508079A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173" name="Google Shape;144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347f6036e4a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4" y="1686878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Google Shape;145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0d27795a3449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1372" y="1686878"/>
            <a:ext cx="1365218" cy="15106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46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748ae6e2a4eb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5" y="3950426"/>
            <a:ext cx="1365220" cy="15435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6" name="Google Shape;147;g3f8adf60a0c_0_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295ad26dc42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5392" y="3966839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60509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E6F4CC5-B428-4361-8454-CD91FC3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186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4" name="Google Shape;15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B2274830-0A4B-4211-B733-8F3ED972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189" name="Google Shape;155;g3f8adf60a0c_0_18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g3f8adf60a0c_0_185">
            <a:extLst xmlns:a="http://schemas.openxmlformats.org/drawingml/2006/main">
              <a:ext uri="{FF2B5EF4-FFF2-40B4-BE49-F238E27FC236}">
                <a16:creationId xmlns:a16="http://schemas.microsoft.com/office/drawing/2014/main" id="{B30D4C85-0F51-4FDF-8E7F-6DEF4E9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157" name="Google Shape;157;g3f8adf60a0c_0_185">
            <a:extLst xmlns:a="http://schemas.openxmlformats.org/drawingml/2006/main">
              <a:ext uri="{FF2B5EF4-FFF2-40B4-BE49-F238E27FC236}">
                <a16:creationId xmlns:a16="http://schemas.microsoft.com/office/drawing/2014/main" id="{E6A40FAA-4B8C-4E4F-AA6A-5ACC3BD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8" name="Google Shape;158;g3f8adf60a0c_0_185">
            <a:extLst xmlns:a="http://schemas.openxmlformats.org/drawingml/2006/main">
              <a:ext uri="{FF2B5EF4-FFF2-40B4-BE49-F238E27FC236}">
                <a16:creationId xmlns:a16="http://schemas.microsoft.com/office/drawing/2014/main" id="{8C5052B3-22DD-436D-8A03-43C6D72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" name="Google Shape;159;g3f8adf60a0c_0_185">
            <a:extLst xmlns:a="http://schemas.openxmlformats.org/drawingml/2006/main">
              <a:ext uri="{FF2B5EF4-FFF2-40B4-BE49-F238E27FC236}">
                <a16:creationId xmlns:a16="http://schemas.microsoft.com/office/drawing/2014/main" id="{13EA1AE1-C9E7-4974-8943-07FB5EB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60" name="Google Shape;160;g3f8adf60a0c_0_185">
            <a:extLst xmlns:a="http://schemas.openxmlformats.org/drawingml/2006/main">
              <a:ext uri="{FF2B5EF4-FFF2-40B4-BE49-F238E27FC236}">
                <a16:creationId xmlns:a16="http://schemas.microsoft.com/office/drawing/2014/main" id="{44DC5C8B-7BAA-44E9-B8D4-B371AD66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" name="Google Shape;161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21926A8-5BAF-44DF-A655-92C8E09B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" name="Google Shape;162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6D1092C-9356-4571-ACA9-1DCB9B4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63" name="Google Shape;16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DF19DEC8-12CB-4BDD-90A7-D202873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4" name="Google Shape;16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21E41FE5-A22A-479C-8330-14806EB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5" name="Google Shape;165;g3f8adf60a0c_0_185">
            <a:extLst xmlns:a="http://schemas.openxmlformats.org/drawingml/2006/main">
              <a:ext uri="{FF2B5EF4-FFF2-40B4-BE49-F238E27FC236}">
                <a16:creationId xmlns:a16="http://schemas.microsoft.com/office/drawing/2014/main" id="{64CAE479-B306-4D93-BA1C-CC2C842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66" name="Google Shape;166;g3f8adf60a0c_0_185">
            <a:extLst xmlns:a="http://schemas.openxmlformats.org/drawingml/2006/main">
              <a:ext uri="{FF2B5EF4-FFF2-40B4-BE49-F238E27FC236}">
                <a16:creationId xmlns:a16="http://schemas.microsoft.com/office/drawing/2014/main" id="{946707B2-C801-4036-B502-43E8D34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7" name="Google Shape;167;g3f8adf60a0c_0_185">
            <a:extLst xmlns:a="http://schemas.openxmlformats.org/drawingml/2006/main">
              <a:ext uri="{FF2B5EF4-FFF2-40B4-BE49-F238E27FC236}">
                <a16:creationId xmlns:a16="http://schemas.microsoft.com/office/drawing/2014/main" id="{7829993A-9491-4D1B-BAD9-EA770C6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" name="Google Shape;168;g3f8adf60a0c_0_185">
            <a:extLst xmlns:a="http://schemas.openxmlformats.org/drawingml/2006/main">
              <a:ext uri="{FF2B5EF4-FFF2-40B4-BE49-F238E27FC236}">
                <a16:creationId xmlns:a16="http://schemas.microsoft.com/office/drawing/2014/main" id="{41D9020F-009A-49E4-B144-178E9E1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203" name="Google Shape;169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a2d17f1c4c2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4" y="1686878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4" name="Google Shape;170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1ed43bce947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1372" y="1686878"/>
            <a:ext cx="1365218" cy="15106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5" name="Google Shape;171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78dba17854a7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575" y="3950426"/>
            <a:ext cx="1365220" cy="15435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6" name="Google Shape;172;g3f8adf60a0c_0_1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7aa15fd6e4cb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5392" y="3966839"/>
            <a:ext cx="1365222" cy="15422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3" name="Google Shape;173;g3f8adf60a0c_0_185">
            <a:extLst xmlns:a="http://schemas.openxmlformats.org/drawingml/2006/main">
              <a:ext uri="{FF2B5EF4-FFF2-40B4-BE49-F238E27FC236}">
                <a16:creationId xmlns:a16="http://schemas.microsoft.com/office/drawing/2014/main" id="{A63405CD-BACC-4611-BFD7-90D26B80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C</a:t>
            </a:r>
            <a:endParaRPr sz="2600" b="1"/>
          </a:p>
        </p:txBody>
      </p:sp>
      <p:sp>
        <p:nvSpPr>
          <p:cNvPr id="174" name="Google Shape;174;g3f8adf60a0c_0_185">
            <a:extLst xmlns:a="http://schemas.openxmlformats.org/drawingml/2006/main">
              <a:ext uri="{FF2B5EF4-FFF2-40B4-BE49-F238E27FC236}">
                <a16:creationId xmlns:a16="http://schemas.microsoft.com/office/drawing/2014/main" id="{E25F5B01-3078-4B73-93D9-9E75757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175" name="Google Shape;175;g3f8adf60a0c_0_185">
            <a:extLst xmlns:a="http://schemas.openxmlformats.org/drawingml/2006/main">
              <a:ext uri="{FF2B5EF4-FFF2-40B4-BE49-F238E27FC236}">
                <a16:creationId xmlns:a16="http://schemas.microsoft.com/office/drawing/2014/main" id="{5DF81FC0-6AB8-4F07-A81B-E58036CA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結構味のある絵じゃない？</a:t>
            </a:r>
            <a:endParaRPr sz="638"/>
          </a:p>
        </p:txBody>
      </p:sp>
    </p:spTree>
    <p:extLst>
      <p:ext uri="{BB962C8B-B14F-4D97-AF65-F5344CB8AC3E}">
        <p14:creationId xmlns:p14="http://schemas.microsoft.com/office/powerpoint/2010/main" val="10915648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Google Shape;181;g3f8adf60a0c_0_2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27e1a26de40b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675" y="1568550"/>
            <a:ext cx="4406525" cy="4765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1" name="Google Shape;182;g3f8adf60a0c_0_2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da2e6e7eeb43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3" name="Google Shape;183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0B0F25D-B48E-4A14-BEEF-8AADA39B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13" name="Google Shape;184;g3f8adf60a0c_0_21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3f8adf60a0c_0_215">
            <a:extLst xmlns:a="http://schemas.openxmlformats.org/drawingml/2006/main">
              <a:ext uri="{FF2B5EF4-FFF2-40B4-BE49-F238E27FC236}">
                <a16:creationId xmlns:a16="http://schemas.microsoft.com/office/drawing/2014/main" id="{A0BFCDCB-6763-47B8-9C13-659CB05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ここ、どこ？</a:t>
            </a:r>
            <a:endParaRPr sz="2100"/>
          </a:p>
        </p:txBody>
      </p:sp>
      <p:sp>
        <p:nvSpPr>
          <p:cNvPr id="186" name="Google Shape;186;g3f8adf60a0c_0_215">
            <a:extLst xmlns:a="http://schemas.openxmlformats.org/drawingml/2006/main">
              <a:ext uri="{FF2B5EF4-FFF2-40B4-BE49-F238E27FC236}">
                <a16:creationId xmlns:a16="http://schemas.microsoft.com/office/drawing/2014/main" id="{A729C4A9-2B3D-47BD-B61D-C167144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7" name="Google Shape;187;g3f8adf60a0c_0_215">
            <a:extLst xmlns:a="http://schemas.openxmlformats.org/drawingml/2006/main">
              <a:ext uri="{FF2B5EF4-FFF2-40B4-BE49-F238E27FC236}">
                <a16:creationId xmlns:a16="http://schemas.microsoft.com/office/drawing/2014/main" id="{51F896D2-10CD-48DB-B2DB-462BA1EB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8" name="Google Shape;188;g3f8adf60a0c_0_215">
            <a:extLst xmlns:a="http://schemas.openxmlformats.org/drawingml/2006/main">
              <a:ext uri="{FF2B5EF4-FFF2-40B4-BE49-F238E27FC236}">
                <a16:creationId xmlns:a16="http://schemas.microsoft.com/office/drawing/2014/main" id="{FD0C61A8-1002-4C40-8556-DFBEF6A0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189" name="Google Shape;189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1C4E05E-3173-4075-AB4B-43D3F99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190" name="Google Shape;190;g3f8adf60a0c_0_215">
            <a:extLst xmlns:a="http://schemas.openxmlformats.org/drawingml/2006/main">
              <a:ext uri="{FF2B5EF4-FFF2-40B4-BE49-F238E27FC236}">
                <a16:creationId xmlns:a16="http://schemas.microsoft.com/office/drawing/2014/main" id="{2F9F7060-3DC1-4A04-9533-C91836F6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1" name="Google Shape;191;g3f8adf60a0c_0_215">
            <a:extLst xmlns:a="http://schemas.openxmlformats.org/drawingml/2006/main">
              <a:ext uri="{FF2B5EF4-FFF2-40B4-BE49-F238E27FC236}">
                <a16:creationId xmlns:a16="http://schemas.microsoft.com/office/drawing/2014/main" id="{EE600BE2-F4F3-47A1-A5F1-75740F5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2" name="Google Shape;192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41510AC-B67E-431F-AC14-946C7F1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193" name="Google Shape;193;g3f8adf60a0c_0_215">
            <a:extLst xmlns:a="http://schemas.openxmlformats.org/drawingml/2006/main">
              <a:ext uri="{FF2B5EF4-FFF2-40B4-BE49-F238E27FC236}">
                <a16:creationId xmlns:a16="http://schemas.microsoft.com/office/drawing/2014/main" id="{30FA54EF-6266-47DA-B461-337A9CF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194" name="Google Shape;194;g3f8adf60a0c_0_215">
            <a:extLst xmlns:a="http://schemas.openxmlformats.org/drawingml/2006/main">
              <a:ext uri="{FF2B5EF4-FFF2-40B4-BE49-F238E27FC236}">
                <a16:creationId xmlns:a16="http://schemas.microsoft.com/office/drawing/2014/main" id="{809C1BA2-A0CC-4FFB-B01B-AB3B63C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5" name="Google Shape;195;g3f8adf60a0c_0_215">
            <a:extLst xmlns:a="http://schemas.openxmlformats.org/drawingml/2006/main">
              <a:ext uri="{FF2B5EF4-FFF2-40B4-BE49-F238E27FC236}">
                <a16:creationId xmlns:a16="http://schemas.microsoft.com/office/drawing/2014/main" id="{1A6939DB-492A-42E4-8989-1B18ABC7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6" name="Google Shape;196;g3f8adf60a0c_0_215">
            <a:extLst xmlns:a="http://schemas.openxmlformats.org/drawingml/2006/main">
              <a:ext uri="{FF2B5EF4-FFF2-40B4-BE49-F238E27FC236}">
                <a16:creationId xmlns:a16="http://schemas.microsoft.com/office/drawing/2014/main" id="{45E0F661-15FD-49AA-80F4-B892AB2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197" name="Google Shape;197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EC2CA02-7768-42C3-9F28-2BA9309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198" name="Google Shape;198;g3f8adf60a0c_0_215">
            <a:extLst xmlns:a="http://schemas.openxmlformats.org/drawingml/2006/main">
              <a:ext uri="{FF2B5EF4-FFF2-40B4-BE49-F238E27FC236}">
                <a16:creationId xmlns:a16="http://schemas.microsoft.com/office/drawing/2014/main" id="{9C87278D-9576-4593-8673-0F2489E3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9" name="Google Shape;199;g3f8adf60a0c_0_215">
            <a:extLst xmlns:a="http://schemas.openxmlformats.org/drawingml/2006/main">
              <a:ext uri="{FF2B5EF4-FFF2-40B4-BE49-F238E27FC236}">
                <a16:creationId xmlns:a16="http://schemas.microsoft.com/office/drawing/2014/main" id="{D8A13F3C-5C3B-4EDD-ACCC-B86D6E2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0" name="Google Shape;200;g3f8adf60a0c_0_215">
            <a:extLst xmlns:a="http://schemas.openxmlformats.org/drawingml/2006/main">
              <a:ext uri="{FF2B5EF4-FFF2-40B4-BE49-F238E27FC236}">
                <a16:creationId xmlns:a16="http://schemas.microsoft.com/office/drawing/2014/main" id="{8762AC2E-2073-4F61-8AE1-4612D91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01" name="Google Shape;201;g3f8adf60a0c_0_215">
            <a:extLst xmlns:a="http://schemas.openxmlformats.org/drawingml/2006/main">
              <a:ext uri="{FF2B5EF4-FFF2-40B4-BE49-F238E27FC236}">
                <a16:creationId xmlns:a16="http://schemas.microsoft.com/office/drawing/2014/main" id="{FCD34609-A195-494E-B131-C309BD9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78084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0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307C9BC-8CCF-4AF9-BA34-FCC46E49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8" name="Google Shape;20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892B9E8-8FEB-4F43-B9B7-54217D40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38" name="Google Shape;209;g3f8adf60a0c_0_23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3F6859F1-B4FB-441A-B55A-4F8FBD9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211" name="Google Shape;211;g3f8adf60a0c_0_239">
            <a:extLst xmlns:a="http://schemas.openxmlformats.org/drawingml/2006/main">
              <a:ext uri="{FF2B5EF4-FFF2-40B4-BE49-F238E27FC236}">
                <a16:creationId xmlns:a16="http://schemas.microsoft.com/office/drawing/2014/main" id="{F7A4226B-09DE-424A-859B-2A0E1FD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B</a:t>
            </a:r>
            <a:endParaRPr sz="2600" b="1"/>
          </a:p>
        </p:txBody>
      </p:sp>
      <p:sp>
        <p:nvSpPr>
          <p:cNvPr id="212" name="Google Shape;212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6B1549E-8D36-4E31-B728-16D2B727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13" name="Google Shape;213;g3f8adf60a0c_0_239">
            <a:extLst xmlns:a="http://schemas.openxmlformats.org/drawingml/2006/main">
              <a:ext uri="{FF2B5EF4-FFF2-40B4-BE49-F238E27FC236}">
                <a16:creationId xmlns:a16="http://schemas.microsoft.com/office/drawing/2014/main" id="{81FA0283-F18A-46C1-8BDC-41ADBF5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白い恋人パークでした！</a:t>
            </a:r>
            <a:endParaRPr sz="638"/>
          </a:p>
        </p:txBody>
      </p:sp>
      <p:pic>
        <p:nvPicPr>
          <p:cNvPr id="243" name="Google Shape;214;g3f8adf60a0c_0_2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0a2bf2ce0460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400" y="1354565"/>
            <a:ext cx="3277225" cy="4369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5" name="Google Shape;215;g3f8adf60a0c_0_239">
            <a:extLst xmlns:a="http://schemas.openxmlformats.org/drawingml/2006/main">
              <a:ext uri="{FF2B5EF4-FFF2-40B4-BE49-F238E27FC236}">
                <a16:creationId xmlns:a16="http://schemas.microsoft.com/office/drawing/2014/main" id="{39370DCA-C46B-4E69-AF43-2E30D83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6" name="Google Shape;216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CCFC43B-BA8E-45CF-BFF8-7473E283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7" name="Google Shape;21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4F4BAAC7-BBD7-4226-9326-60854EF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18" name="Google Shape;21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04A74F7A-F7A3-4259-BAEE-D6DE2F2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219" name="Google Shape;219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20C6969-8EE1-432E-9134-EF37F9DC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0" name="Google Shape;22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19124190-7DF8-4679-9AF9-189B9809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CFFFD04-9CF6-4947-9E87-3C45496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22" name="Google Shape;222;g3f8adf60a0c_0_239">
            <a:extLst xmlns:a="http://schemas.openxmlformats.org/drawingml/2006/main">
              <a:ext uri="{FF2B5EF4-FFF2-40B4-BE49-F238E27FC236}">
                <a16:creationId xmlns:a16="http://schemas.microsoft.com/office/drawing/2014/main" id="{7A1659B0-D6A0-4669-A1BC-BCA678CA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223" name="Google Shape;223;g3f8adf60a0c_0_239">
            <a:extLst xmlns:a="http://schemas.openxmlformats.org/drawingml/2006/main">
              <a:ext uri="{FF2B5EF4-FFF2-40B4-BE49-F238E27FC236}">
                <a16:creationId xmlns:a16="http://schemas.microsoft.com/office/drawing/2014/main" id="{A8EC971B-764D-45EF-9C74-CAE2900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4" name="Google Shape;224;g3f8adf60a0c_0_239">
            <a:extLst xmlns:a="http://schemas.openxmlformats.org/drawingml/2006/main">
              <a:ext uri="{FF2B5EF4-FFF2-40B4-BE49-F238E27FC236}">
                <a16:creationId xmlns:a16="http://schemas.microsoft.com/office/drawing/2014/main" id="{F970FFB2-7E64-472E-9589-B29794A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g3f8adf60a0c_0_239">
            <a:extLst xmlns:a="http://schemas.openxmlformats.org/drawingml/2006/main">
              <a:ext uri="{FF2B5EF4-FFF2-40B4-BE49-F238E27FC236}">
                <a16:creationId xmlns:a16="http://schemas.microsoft.com/office/drawing/2014/main" id="{8B4CFFC1-D15F-4A8F-9058-531F65C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26" name="Google Shape;226;g3f8adf60a0c_0_239">
            <a:extLst xmlns:a="http://schemas.openxmlformats.org/drawingml/2006/main">
              <a:ext uri="{FF2B5EF4-FFF2-40B4-BE49-F238E27FC236}">
                <a16:creationId xmlns:a16="http://schemas.microsoft.com/office/drawing/2014/main" id="{E3C1622D-6FE6-4ED9-8DB0-43130D4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227" name="Google Shape;227;g3f8adf60a0c_0_239">
            <a:extLst xmlns:a="http://schemas.openxmlformats.org/drawingml/2006/main">
              <a:ext uri="{FF2B5EF4-FFF2-40B4-BE49-F238E27FC236}">
                <a16:creationId xmlns:a16="http://schemas.microsoft.com/office/drawing/2014/main" id="{27B7030E-1FDE-4B38-BFDE-F309E9D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8" name="Google Shape;228;g3f8adf60a0c_0_239">
            <a:extLst xmlns:a="http://schemas.openxmlformats.org/drawingml/2006/main">
              <a:ext uri="{FF2B5EF4-FFF2-40B4-BE49-F238E27FC236}">
                <a16:creationId xmlns:a16="http://schemas.microsoft.com/office/drawing/2014/main" id="{66E404DB-224C-46BA-952C-BDF2E7C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g3f8adf60a0c_0_239">
            <a:extLst xmlns:a="http://schemas.openxmlformats.org/drawingml/2006/main">
              <a:ext uri="{FF2B5EF4-FFF2-40B4-BE49-F238E27FC236}">
                <a16:creationId xmlns:a16="http://schemas.microsoft.com/office/drawing/2014/main" id="{991065CA-7F6E-4AEE-808B-0493863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30" name="Google Shape;230;g3f8adf60a0c_0_239">
            <a:extLst xmlns:a="http://schemas.openxmlformats.org/drawingml/2006/main">
              <a:ext uri="{FF2B5EF4-FFF2-40B4-BE49-F238E27FC236}">
                <a16:creationId xmlns:a16="http://schemas.microsoft.com/office/drawing/2014/main" id="{E9F815CA-A2B5-4431-BF27-5967AEC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363782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7" name="Google Shape;236;g3fb0303ed91_0_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ffaa347b2240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7" name="Google Shape;237;g3fb0303ed91_0_19">
            <a:extLst xmlns:a="http://schemas.openxmlformats.org/drawingml/2006/main">
              <a:ext uri="{FF2B5EF4-FFF2-40B4-BE49-F238E27FC236}">
                <a16:creationId xmlns:a16="http://schemas.microsoft.com/office/drawing/2014/main" id="{3E995ED3-AF99-4278-A532-57879BC9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79" name="Google Shape;238;g3fb0303ed91_0_1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g3fb0303ed91_0_19">
            <a:extLst xmlns:a="http://schemas.openxmlformats.org/drawingml/2006/main">
              <a:ext uri="{FF2B5EF4-FFF2-40B4-BE49-F238E27FC236}">
                <a16:creationId xmlns:a16="http://schemas.microsoft.com/office/drawing/2014/main" id="{98F77617-8B8D-41A4-8FCD-2E83AA96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時系列順に並び替えるとどうなる？</a:t>
            </a:r>
            <a:endParaRPr sz="2100"/>
          </a:p>
        </p:txBody>
      </p:sp>
      <p:sp>
        <p:nvSpPr>
          <p:cNvPr id="240" name="Google Shape;240;g3fb0303ed91_0_19">
            <a:extLst xmlns:a="http://schemas.openxmlformats.org/drawingml/2006/main">
              <a:ext uri="{FF2B5EF4-FFF2-40B4-BE49-F238E27FC236}">
                <a16:creationId xmlns:a16="http://schemas.microsoft.com/office/drawing/2014/main" id="{91BC3137-FB08-4C63-B049-73E5D13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1" name="Google Shape;241;g3fb0303ed91_0_19">
            <a:extLst xmlns:a="http://schemas.openxmlformats.org/drawingml/2006/main">
              <a:ext uri="{FF2B5EF4-FFF2-40B4-BE49-F238E27FC236}">
                <a16:creationId xmlns:a16="http://schemas.microsoft.com/office/drawing/2014/main" id="{A18977B5-33F1-4DD1-BE58-672FE09E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2" name="Google Shape;242;g3fb0303ed91_0_19">
            <a:extLst xmlns:a="http://schemas.openxmlformats.org/drawingml/2006/main">
              <a:ext uri="{FF2B5EF4-FFF2-40B4-BE49-F238E27FC236}">
                <a16:creationId xmlns:a16="http://schemas.microsoft.com/office/drawing/2014/main" id="{2CEA2B4D-27CF-45FD-912C-E6DE2747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43" name="Google Shape;243;g3fb0303ed91_0_19">
            <a:extLst xmlns:a="http://schemas.openxmlformats.org/drawingml/2006/main">
              <a:ext uri="{FF2B5EF4-FFF2-40B4-BE49-F238E27FC236}">
                <a16:creationId xmlns:a16="http://schemas.microsoft.com/office/drawing/2014/main" id="{AD2A3AC4-88FE-4015-AE52-EAE99E37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4321</a:t>
            </a:r>
            <a:endParaRPr sz="1500"/>
          </a:p>
        </p:txBody>
      </p:sp>
      <p:sp>
        <p:nvSpPr>
          <p:cNvPr id="244" name="Google Shape;244;g3fb0303ed91_0_19">
            <a:extLst xmlns:a="http://schemas.openxmlformats.org/drawingml/2006/main">
              <a:ext uri="{FF2B5EF4-FFF2-40B4-BE49-F238E27FC236}">
                <a16:creationId xmlns:a16="http://schemas.microsoft.com/office/drawing/2014/main" id="{AA0A7AAC-9BF1-45EC-9E69-285F7694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5" name="Google Shape;245;g3fb0303ed91_0_19">
            <a:extLst xmlns:a="http://schemas.openxmlformats.org/drawingml/2006/main">
              <a:ext uri="{FF2B5EF4-FFF2-40B4-BE49-F238E27FC236}">
                <a16:creationId xmlns:a16="http://schemas.microsoft.com/office/drawing/2014/main" id="{DB6B0882-1C80-4252-9BB3-37A0566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6" name="Google Shape;246;g3fb0303ed91_0_19">
            <a:extLst xmlns:a="http://schemas.openxmlformats.org/drawingml/2006/main">
              <a:ext uri="{FF2B5EF4-FFF2-40B4-BE49-F238E27FC236}">
                <a16:creationId xmlns:a16="http://schemas.microsoft.com/office/drawing/2014/main" id="{159292E0-F266-42DE-9380-44D8FD2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47" name="Google Shape;247;g3fb0303ed91_0_19">
            <a:extLst xmlns:a="http://schemas.openxmlformats.org/drawingml/2006/main">
              <a:ext uri="{FF2B5EF4-FFF2-40B4-BE49-F238E27FC236}">
                <a16:creationId xmlns:a16="http://schemas.microsoft.com/office/drawing/2014/main" id="{4829A073-A01A-4105-BE04-84F270A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3241</a:t>
            </a:r>
            <a:endParaRPr sz="1500"/>
          </a:p>
        </p:txBody>
      </p:sp>
      <p:sp>
        <p:nvSpPr>
          <p:cNvPr id="248" name="Google Shape;248;g3fb0303ed91_0_19">
            <a:extLst xmlns:a="http://schemas.openxmlformats.org/drawingml/2006/main">
              <a:ext uri="{FF2B5EF4-FFF2-40B4-BE49-F238E27FC236}">
                <a16:creationId xmlns:a16="http://schemas.microsoft.com/office/drawing/2014/main" id="{8072B5D6-A189-45EF-AEAC-B39E8A5F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9" name="Google Shape;249;g3fb0303ed91_0_19">
            <a:extLst xmlns:a="http://schemas.openxmlformats.org/drawingml/2006/main">
              <a:ext uri="{FF2B5EF4-FFF2-40B4-BE49-F238E27FC236}">
                <a16:creationId xmlns:a16="http://schemas.microsoft.com/office/drawing/2014/main" id="{9760EE7D-42C5-4120-97B9-BF558AE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0" name="Google Shape;250;g3fb0303ed91_0_19">
            <a:extLst xmlns:a="http://schemas.openxmlformats.org/drawingml/2006/main">
              <a:ext uri="{FF2B5EF4-FFF2-40B4-BE49-F238E27FC236}">
                <a16:creationId xmlns:a16="http://schemas.microsoft.com/office/drawing/2014/main" id="{4261E4BD-5668-4179-B171-EE518F4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51" name="Google Shape;251;g3fb0303ed91_0_19">
            <a:extLst xmlns:a="http://schemas.openxmlformats.org/drawingml/2006/main">
              <a:ext uri="{FF2B5EF4-FFF2-40B4-BE49-F238E27FC236}">
                <a16:creationId xmlns:a16="http://schemas.microsoft.com/office/drawing/2014/main" id="{EFF76BF8-4347-474B-8068-C6BEB05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2413</a:t>
            </a:r>
            <a:endParaRPr sz="1500"/>
          </a:p>
        </p:txBody>
      </p:sp>
      <p:sp>
        <p:nvSpPr>
          <p:cNvPr id="252" name="Google Shape;252;g3fb0303ed91_0_19">
            <a:extLst xmlns:a="http://schemas.openxmlformats.org/drawingml/2006/main">
              <a:ext uri="{FF2B5EF4-FFF2-40B4-BE49-F238E27FC236}">
                <a16:creationId xmlns:a16="http://schemas.microsoft.com/office/drawing/2014/main" id="{CC568DFA-DF5C-48D2-B15F-A96155A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3" name="Google Shape;253;g3fb0303ed91_0_19">
            <a:extLst xmlns:a="http://schemas.openxmlformats.org/drawingml/2006/main">
              <a:ext uri="{FF2B5EF4-FFF2-40B4-BE49-F238E27FC236}">
                <a16:creationId xmlns:a16="http://schemas.microsoft.com/office/drawing/2014/main" id="{B5B53B6A-D319-47BD-8F0E-F91EE9D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g3fb0303ed91_0_19">
            <a:extLst xmlns:a="http://schemas.openxmlformats.org/drawingml/2006/main">
              <a:ext uri="{FF2B5EF4-FFF2-40B4-BE49-F238E27FC236}">
                <a16:creationId xmlns:a16="http://schemas.microsoft.com/office/drawing/2014/main" id="{DC96B10E-68CA-495E-8253-D88B799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55" name="Google Shape;255;g3fb0303ed91_0_19">
            <a:extLst xmlns:a="http://schemas.openxmlformats.org/drawingml/2006/main">
              <a:ext uri="{FF2B5EF4-FFF2-40B4-BE49-F238E27FC236}">
                <a16:creationId xmlns:a16="http://schemas.microsoft.com/office/drawing/2014/main" id="{7CEA9D15-F9F1-4D73-B096-5FC238F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4231</a:t>
            </a:r>
            <a:endParaRPr sz="1500"/>
          </a:p>
        </p:txBody>
      </p:sp>
      <p:pic>
        <p:nvPicPr>
          <p:cNvPr id="297" name="Google Shape;256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07b502c94d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974" y="1395965"/>
            <a:ext cx="3116165" cy="2337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8" name="Google Shape;257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6888bc96845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863" y="1395978"/>
            <a:ext cx="1752845" cy="23371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9" name="Google Shape;258;g3fb0303ed91_0_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9c8b40d84b0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7305" y="1450835"/>
            <a:ext cx="3067392" cy="230054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0" name="Google Shape;259;g3fb0303ed91_0_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e1b3c9d0dc4b88">
            <a:alphaModFix/>
          </a:blip>
          <a:srcRect xmlns:a="http://schemas.openxmlformats.org/drawingml/2006/main" l="0" t="0" r="35057" b="0"/>
          <a:stretch xmlns:a="http://schemas.openxmlformats.org/drawingml/2006/main"/>
        </p:blipFill>
        <p:spPr>
          <a:xfrm xmlns:a="http://schemas.openxmlformats.org/drawingml/2006/main">
            <a:off x="9163874" y="1412550"/>
            <a:ext cx="1994977" cy="2303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0" name="Google Shape;260;g3fb0303ed91_0_19">
            <a:extLst xmlns:a="http://schemas.openxmlformats.org/drawingml/2006/main">
              <a:ext uri="{FF2B5EF4-FFF2-40B4-BE49-F238E27FC236}">
                <a16:creationId xmlns:a16="http://schemas.microsoft.com/office/drawing/2014/main" id="{0B4AE6DE-2E33-455A-BBE1-9D5566B9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21" y="1343481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lt1"/>
                </a:solidFill>
              </a:rPr>
              <a:t>①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1" name="Google Shape;261;g3fb0303ed91_0_19">
            <a:extLst xmlns:a="http://schemas.openxmlformats.org/drawingml/2006/main">
              <a:ext uri="{FF2B5EF4-FFF2-40B4-BE49-F238E27FC236}">
                <a16:creationId xmlns:a16="http://schemas.microsoft.com/office/drawing/2014/main" id="{002BBFD7-D3E6-411D-8F86-275F1CA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00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②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2" name="Google Shape;262;g3fb0303ed91_0_19">
            <a:extLst xmlns:a="http://schemas.openxmlformats.org/drawingml/2006/main">
              <a:ext uri="{FF2B5EF4-FFF2-40B4-BE49-F238E27FC236}">
                <a16:creationId xmlns:a16="http://schemas.microsoft.com/office/drawing/2014/main" id="{5C8F2634-EA74-4B51-8D18-61E09303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850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③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263" name="Google Shape;263;g3fb0303ed91_0_19">
            <a:extLst xmlns:a="http://schemas.openxmlformats.org/drawingml/2006/main">
              <a:ext uri="{FF2B5EF4-FFF2-40B4-BE49-F238E27FC236}">
                <a16:creationId xmlns:a16="http://schemas.microsoft.com/office/drawing/2014/main" id="{06CD4041-E4B7-4E5A-9CFD-7322F6E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875" y="1343475"/>
            <a:ext cx="604500" cy="7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1">
              <a:alpha val="902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1"/>
                </a:solidFill>
              </a:rPr>
              <a:t>④</a:t>
            </a:r>
            <a:endParaRPr sz="3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136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Google Shape;269;g3fb0303ed91_0_44">
            <a:extLst xmlns:a="http://schemas.openxmlformats.org/drawingml/2006/main">
              <a:ext uri="{FF2B5EF4-FFF2-40B4-BE49-F238E27FC236}">
                <a16:creationId xmlns:a16="http://schemas.microsoft.com/office/drawing/2014/main" id="{2FE0A13B-6314-453B-BEF4-1C8A849B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g3fb0303ed91_0_44">
            <a:extLst xmlns:a="http://schemas.openxmlformats.org/drawingml/2006/main">
              <a:ext uri="{FF2B5EF4-FFF2-40B4-BE49-F238E27FC236}">
                <a16:creationId xmlns:a16="http://schemas.microsoft.com/office/drawing/2014/main" id="{51AB1BF7-3BC9-4F20-AA4E-F2B6ABED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299" name="Google Shape;271;g3fb0303ed91_0_44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g3fb0303ed91_0_44">
            <a:extLst xmlns:a="http://schemas.openxmlformats.org/drawingml/2006/main">
              <a:ext uri="{FF2B5EF4-FFF2-40B4-BE49-F238E27FC236}">
                <a16:creationId xmlns:a16="http://schemas.microsoft.com/office/drawing/2014/main" id="{2329C7F3-651A-4744-B005-856E732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273" name="Google Shape;273;g3fb0303ed91_0_44">
            <a:extLst xmlns:a="http://schemas.openxmlformats.org/drawingml/2006/main">
              <a:ext uri="{FF2B5EF4-FFF2-40B4-BE49-F238E27FC236}">
                <a16:creationId xmlns:a16="http://schemas.microsoft.com/office/drawing/2014/main" id="{F336746B-9E60-4A40-9529-1544502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274" name="Google Shape;274;g3fb0303ed91_0_44">
            <a:extLst xmlns:a="http://schemas.openxmlformats.org/drawingml/2006/main">
              <a:ext uri="{FF2B5EF4-FFF2-40B4-BE49-F238E27FC236}">
                <a16:creationId xmlns:a16="http://schemas.microsoft.com/office/drawing/2014/main" id="{18347643-89F2-4B96-BBBA-AC6A519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275" name="Google Shape;275;g3fb0303ed91_0_44">
            <a:extLst xmlns:a="http://schemas.openxmlformats.org/drawingml/2006/main">
              <a:ext uri="{FF2B5EF4-FFF2-40B4-BE49-F238E27FC236}">
                <a16:creationId xmlns:a16="http://schemas.microsoft.com/office/drawing/2014/main" id="{4140B9CC-8210-4C66-82C2-EE9FBF0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ピクサー展楽しかったね！</a:t>
            </a:r>
            <a:endParaRPr sz="638"/>
          </a:p>
        </p:txBody>
      </p:sp>
      <p:sp>
        <p:nvSpPr>
          <p:cNvPr id="276" name="Google Shape;276;g3fb0303ed91_0_44">
            <a:extLst xmlns:a="http://schemas.openxmlformats.org/drawingml/2006/main">
              <a:ext uri="{FF2B5EF4-FFF2-40B4-BE49-F238E27FC236}">
                <a16:creationId xmlns:a16="http://schemas.microsoft.com/office/drawing/2014/main" id="{9CA08097-EB5F-4656-BF94-19B163C0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7" name="Google Shape;277;g3fb0303ed91_0_44">
            <a:extLst xmlns:a="http://schemas.openxmlformats.org/drawingml/2006/main">
              <a:ext uri="{FF2B5EF4-FFF2-40B4-BE49-F238E27FC236}">
                <a16:creationId xmlns:a16="http://schemas.microsoft.com/office/drawing/2014/main" id="{F63D4363-082C-4151-B6B2-8136C3B1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g3fb0303ed91_0_44">
            <a:extLst xmlns:a="http://schemas.openxmlformats.org/drawingml/2006/main">
              <a:ext uri="{FF2B5EF4-FFF2-40B4-BE49-F238E27FC236}">
                <a16:creationId xmlns:a16="http://schemas.microsoft.com/office/drawing/2014/main" id="{8BA24503-3BB0-4F5F-B040-1BF1219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279" name="Google Shape;279;g3fb0303ed91_0_44">
            <a:extLst xmlns:a="http://schemas.openxmlformats.org/drawingml/2006/main">
              <a:ext uri="{FF2B5EF4-FFF2-40B4-BE49-F238E27FC236}">
                <a16:creationId xmlns:a16="http://schemas.microsoft.com/office/drawing/2014/main" id="{E8AE976A-9AB4-4CBD-87ED-814ABBFF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4321</a:t>
            </a:r>
            <a:endParaRPr sz="1500"/>
          </a:p>
        </p:txBody>
      </p:sp>
      <p:sp>
        <p:nvSpPr>
          <p:cNvPr id="280" name="Google Shape;280;g3fb0303ed91_0_44">
            <a:extLst xmlns:a="http://schemas.openxmlformats.org/drawingml/2006/main">
              <a:ext uri="{FF2B5EF4-FFF2-40B4-BE49-F238E27FC236}">
                <a16:creationId xmlns:a16="http://schemas.microsoft.com/office/drawing/2014/main" id="{5DD67E35-21A3-4C8C-86DE-690669F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885503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1" name="Google Shape;281;g3fb0303ed91_0_44">
            <a:extLst xmlns:a="http://schemas.openxmlformats.org/drawingml/2006/main">
              <a:ext uri="{FF2B5EF4-FFF2-40B4-BE49-F238E27FC236}">
                <a16:creationId xmlns:a16="http://schemas.microsoft.com/office/drawing/2014/main" id="{714F94F2-005B-4D3B-95AE-2E36B72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0437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g3fb0303ed91_0_44">
            <a:extLst xmlns:a="http://schemas.openxmlformats.org/drawingml/2006/main">
              <a:ext uri="{FF2B5EF4-FFF2-40B4-BE49-F238E27FC236}">
                <a16:creationId xmlns:a16="http://schemas.microsoft.com/office/drawing/2014/main" id="{49EB067E-A13E-4A31-BC35-15CADCA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922079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283" name="Google Shape;283;g3fb0303ed91_0_44">
            <a:extLst xmlns:a="http://schemas.openxmlformats.org/drawingml/2006/main">
              <a:ext uri="{FF2B5EF4-FFF2-40B4-BE49-F238E27FC236}">
                <a16:creationId xmlns:a16="http://schemas.microsoft.com/office/drawing/2014/main" id="{907E1C68-1AD9-4967-9FB4-C1A4695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958655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3241</a:t>
            </a:r>
            <a:endParaRPr sz="1500"/>
          </a:p>
        </p:txBody>
      </p:sp>
      <p:sp>
        <p:nvSpPr>
          <p:cNvPr id="284" name="Google Shape;284;g3fb0303ed91_0_44">
            <a:extLst xmlns:a="http://schemas.openxmlformats.org/drawingml/2006/main">
              <a:ext uri="{FF2B5EF4-FFF2-40B4-BE49-F238E27FC236}">
                <a16:creationId xmlns:a16="http://schemas.microsoft.com/office/drawing/2014/main" id="{9B39F140-6F4C-414C-B92D-46C55C8E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5" name="Google Shape;285;g3fb0303ed91_0_44">
            <a:extLst xmlns:a="http://schemas.openxmlformats.org/drawingml/2006/main">
              <a:ext uri="{FF2B5EF4-FFF2-40B4-BE49-F238E27FC236}">
                <a16:creationId xmlns:a16="http://schemas.microsoft.com/office/drawing/2014/main" id="{71D03DA7-DECB-490B-BC15-E4EFE83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g3fb0303ed91_0_44">
            <a:extLst xmlns:a="http://schemas.openxmlformats.org/drawingml/2006/main">
              <a:ext uri="{FF2B5EF4-FFF2-40B4-BE49-F238E27FC236}">
                <a16:creationId xmlns:a16="http://schemas.microsoft.com/office/drawing/2014/main" id="{084F0B5C-6589-45AE-A053-84C758C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287" name="Google Shape;287;g3fb0303ed91_0_44">
            <a:extLst xmlns:a="http://schemas.openxmlformats.org/drawingml/2006/main">
              <a:ext uri="{FF2B5EF4-FFF2-40B4-BE49-F238E27FC236}">
                <a16:creationId xmlns:a16="http://schemas.microsoft.com/office/drawing/2014/main" id="{1183C863-093C-4965-ACCE-5AAB193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2413</a:t>
            </a:r>
            <a:endParaRPr sz="1500"/>
          </a:p>
        </p:txBody>
      </p:sp>
      <p:sp>
        <p:nvSpPr>
          <p:cNvPr id="288" name="Google Shape;288;g3fb0303ed91_0_44">
            <a:extLst xmlns:a="http://schemas.openxmlformats.org/drawingml/2006/main">
              <a:ext uri="{FF2B5EF4-FFF2-40B4-BE49-F238E27FC236}">
                <a16:creationId xmlns:a16="http://schemas.microsoft.com/office/drawing/2014/main" id="{5520249C-8CD8-417B-A4F9-0C188CE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952009"/>
            <a:ext cx="50748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9" name="Google Shape;289;g3fb0303ed91_0_44">
            <a:extLst xmlns:a="http://schemas.openxmlformats.org/drawingml/2006/main">
              <a:ext uri="{FF2B5EF4-FFF2-40B4-BE49-F238E27FC236}">
                <a16:creationId xmlns:a16="http://schemas.microsoft.com/office/drawing/2014/main" id="{2EAE647A-4534-4093-8311-BF88B2D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70881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0" name="Google Shape;290;g3fb0303ed91_0_44">
            <a:extLst xmlns:a="http://schemas.openxmlformats.org/drawingml/2006/main">
              <a:ext uri="{FF2B5EF4-FFF2-40B4-BE49-F238E27FC236}">
                <a16:creationId xmlns:a16="http://schemas.microsoft.com/office/drawing/2014/main" id="{857F783C-0E17-4FED-BB7E-7F48BA5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8858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291" name="Google Shape;291;g3fb0303ed91_0_44">
            <a:extLst xmlns:a="http://schemas.openxmlformats.org/drawingml/2006/main">
              <a:ext uri="{FF2B5EF4-FFF2-40B4-BE49-F238E27FC236}">
                <a16:creationId xmlns:a16="http://schemas.microsoft.com/office/drawing/2014/main" id="{48023FD9-7F44-4724-9162-987FCA1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5025161"/>
            <a:ext cx="43617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4231</a:t>
            </a:r>
            <a:endParaRPr sz="1500"/>
          </a:p>
        </p:txBody>
      </p:sp>
      <p:pic>
        <p:nvPicPr>
          <p:cNvPr id="320" name="Google Shape;292;g3fb0303ed91_0_4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135d3526984654">
            <a:alphaModFix/>
          </a:blip>
          <a:srcRect xmlns:a="http://schemas.openxmlformats.org/drawingml/2006/main" l="0" t="9290" r="0" b="6634"/>
          <a:stretch xmlns:a="http://schemas.openxmlformats.org/drawingml/2006/main"/>
        </p:blipFill>
        <p:spPr>
          <a:xfrm xmlns:a="http://schemas.openxmlformats.org/drawingml/2006/main">
            <a:off x="4270301" y="1371382"/>
            <a:ext cx="3531075" cy="22264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1005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5" name="Google Shape;298;g3fb0303ed91_0_1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c3156af53648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g3fb0303ed91_0_117">
            <a:extLst xmlns:a="http://schemas.openxmlformats.org/drawingml/2006/main">
              <a:ext uri="{FF2B5EF4-FFF2-40B4-BE49-F238E27FC236}">
                <a16:creationId xmlns:a16="http://schemas.microsoft.com/office/drawing/2014/main" id="{7A1DCEC9-6460-4703-B6C8-D0DF8FB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27" name="Google Shape;300;g3fb0303ed91_0_11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g3fb0303ed91_0_117">
            <a:extLst xmlns:a="http://schemas.openxmlformats.org/drawingml/2006/main">
              <a:ext uri="{FF2B5EF4-FFF2-40B4-BE49-F238E27FC236}">
                <a16:creationId xmlns:a16="http://schemas.microsoft.com/office/drawing/2014/main" id="{CB69494B-654D-494E-8A08-374A444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この北海道のラーメン屋の名前、何？</a:t>
            </a:r>
            <a:endParaRPr sz="2100"/>
          </a:p>
        </p:txBody>
      </p:sp>
      <p:sp>
        <p:nvSpPr>
          <p:cNvPr id="302" name="Google Shape;302;g3fb0303ed91_0_117">
            <a:extLst xmlns:a="http://schemas.openxmlformats.org/drawingml/2006/main">
              <a:ext uri="{FF2B5EF4-FFF2-40B4-BE49-F238E27FC236}">
                <a16:creationId xmlns:a16="http://schemas.microsoft.com/office/drawing/2014/main" id="{ECE53F1D-1A5E-4DC8-A735-803418A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4EE9E05-5023-4829-877A-90CB152D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4" name="Google Shape;304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3D554F0-9910-4017-A20E-D420A2C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05" name="Google Shape;305;g3fb0303ed91_0_117">
            <a:extLst xmlns:a="http://schemas.openxmlformats.org/drawingml/2006/main">
              <a:ext uri="{FF2B5EF4-FFF2-40B4-BE49-F238E27FC236}">
                <a16:creationId xmlns:a16="http://schemas.microsoft.com/office/drawing/2014/main" id="{5A221957-9E4B-4803-B5C7-D617938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雪風</a:t>
            </a:r>
            <a:endParaRPr sz="1500"/>
          </a:p>
        </p:txBody>
      </p:sp>
      <p:sp>
        <p:nvSpPr>
          <p:cNvPr id="306" name="Google Shape;306;g3fb0303ed91_0_117">
            <a:extLst xmlns:a="http://schemas.openxmlformats.org/drawingml/2006/main">
              <a:ext uri="{FF2B5EF4-FFF2-40B4-BE49-F238E27FC236}">
                <a16:creationId xmlns:a16="http://schemas.microsoft.com/office/drawing/2014/main" id="{AD3D4EB5-0324-42A6-B296-470A27AE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7" name="Google Shape;307;g3fb0303ed91_0_117">
            <a:extLst xmlns:a="http://schemas.openxmlformats.org/drawingml/2006/main">
              <a:ext uri="{FF2B5EF4-FFF2-40B4-BE49-F238E27FC236}">
                <a16:creationId xmlns:a16="http://schemas.microsoft.com/office/drawing/2014/main" id="{14CBBD21-7310-4CD7-BCEF-202E4CA8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8" name="Google Shape;308;g3fb0303ed91_0_117">
            <a:extLst xmlns:a="http://schemas.openxmlformats.org/drawingml/2006/main">
              <a:ext uri="{FF2B5EF4-FFF2-40B4-BE49-F238E27FC236}">
                <a16:creationId xmlns:a16="http://schemas.microsoft.com/office/drawing/2014/main" id="{F140708E-B22B-446F-ADBA-017DA51F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09" name="Google Shape;309;g3fb0303ed91_0_117">
            <a:extLst xmlns:a="http://schemas.openxmlformats.org/drawingml/2006/main">
              <a:ext uri="{FF2B5EF4-FFF2-40B4-BE49-F238E27FC236}">
                <a16:creationId xmlns:a16="http://schemas.microsoft.com/office/drawing/2014/main" id="{40B57492-EE8C-48C6-B4AF-F6B30B7A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粉雪</a:t>
            </a:r>
            <a:endParaRPr sz="1500"/>
          </a:p>
        </p:txBody>
      </p:sp>
      <p:sp>
        <p:nvSpPr>
          <p:cNvPr id="310" name="Google Shape;310;g3fb0303ed91_0_117">
            <a:extLst xmlns:a="http://schemas.openxmlformats.org/drawingml/2006/main">
              <a:ext uri="{FF2B5EF4-FFF2-40B4-BE49-F238E27FC236}">
                <a16:creationId xmlns:a16="http://schemas.microsoft.com/office/drawing/2014/main" id="{CF8036EC-45AC-4FC5-AD4F-3234F11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1" name="Google Shape;311;g3fb0303ed91_0_117">
            <a:extLst xmlns:a="http://schemas.openxmlformats.org/drawingml/2006/main">
              <a:ext uri="{FF2B5EF4-FFF2-40B4-BE49-F238E27FC236}">
                <a16:creationId xmlns:a16="http://schemas.microsoft.com/office/drawing/2014/main" id="{F4867E65-5B0D-440D-B168-3E0DD156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2" name="Google Shape;312;g3fb0303ed91_0_117">
            <a:extLst xmlns:a="http://schemas.openxmlformats.org/drawingml/2006/main">
              <a:ext uri="{FF2B5EF4-FFF2-40B4-BE49-F238E27FC236}">
                <a16:creationId xmlns:a16="http://schemas.microsoft.com/office/drawing/2014/main" id="{3A97F3E5-B5F3-4E69-8D58-0612B78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13" name="Google Shape;313;g3fb0303ed91_0_117">
            <a:extLst xmlns:a="http://schemas.openxmlformats.org/drawingml/2006/main">
              <a:ext uri="{FF2B5EF4-FFF2-40B4-BE49-F238E27FC236}">
                <a16:creationId xmlns:a16="http://schemas.microsoft.com/office/drawing/2014/main" id="{25B50800-9842-4FA9-AEEE-56A3E72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雪花</a:t>
            </a:r>
            <a:endParaRPr sz="1500"/>
          </a:p>
        </p:txBody>
      </p:sp>
      <p:sp>
        <p:nvSpPr>
          <p:cNvPr id="314" name="Google Shape;314;g3fb0303ed91_0_117">
            <a:extLst xmlns:a="http://schemas.openxmlformats.org/drawingml/2006/main">
              <a:ext uri="{FF2B5EF4-FFF2-40B4-BE49-F238E27FC236}">
                <a16:creationId xmlns:a16="http://schemas.microsoft.com/office/drawing/2014/main" id="{8D5EDE5D-7549-4718-81DA-30A56B4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5" name="Google Shape;315;g3fb0303ed91_0_117">
            <a:extLst xmlns:a="http://schemas.openxmlformats.org/drawingml/2006/main">
              <a:ext uri="{FF2B5EF4-FFF2-40B4-BE49-F238E27FC236}">
                <a16:creationId xmlns:a16="http://schemas.microsoft.com/office/drawing/2014/main" id="{8B3F0996-E505-4ACA-9280-B8294942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g3fb0303ed91_0_117">
            <a:extLst xmlns:a="http://schemas.openxmlformats.org/drawingml/2006/main">
              <a:ext uri="{FF2B5EF4-FFF2-40B4-BE49-F238E27FC236}">
                <a16:creationId xmlns:a16="http://schemas.microsoft.com/office/drawing/2014/main" id="{AE097190-63B2-451B-B093-04706FC8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17" name="Google Shape;317;g3fb0303ed91_0_117">
            <a:extLst xmlns:a="http://schemas.openxmlformats.org/drawingml/2006/main">
              <a:ext uri="{FF2B5EF4-FFF2-40B4-BE49-F238E27FC236}">
                <a16:creationId xmlns:a16="http://schemas.microsoft.com/office/drawing/2014/main" id="{54D3D2AD-145E-4942-A759-34857A6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雪影</a:t>
            </a:r>
            <a:endParaRPr sz="1500"/>
          </a:p>
        </p:txBody>
      </p:sp>
      <p:pic>
        <p:nvPicPr>
          <p:cNvPr id="345" name="Google Shape;318;g3fb0303ed91_0_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a403d2d9545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075" y="1484135"/>
            <a:ext cx="3693800" cy="49250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450541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1E7B283C-A3E9-4240-BDEA-36BE2D09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801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5" name="Google Shape;32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ED2F5AAA-A5D9-439F-AF13-1206ABE4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54" name="Google Shape;326;g3fb0303ed91_0_14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" name="Google Shape;327;g3fb0303ed91_0_142">
            <a:extLst xmlns:a="http://schemas.openxmlformats.org/drawingml/2006/main">
              <a:ext uri="{FF2B5EF4-FFF2-40B4-BE49-F238E27FC236}">
                <a16:creationId xmlns:a16="http://schemas.microsoft.com/office/drawing/2014/main" id="{9A8CCC50-57C7-4B52-A032-F1D77FA4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328" name="Google Shape;328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69177C5-0580-4A94-AADE-1417BAB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329" name="Google Shape;329;g3fb0303ed91_0_142">
            <a:extLst xmlns:a="http://schemas.openxmlformats.org/drawingml/2006/main">
              <a:ext uri="{FF2B5EF4-FFF2-40B4-BE49-F238E27FC236}">
                <a16:creationId xmlns:a16="http://schemas.microsoft.com/office/drawing/2014/main" id="{543966EB-BD16-4AFF-9B7B-934B041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30" name="Google Shape;330;g3fb0303ed91_0_142">
            <a:extLst xmlns:a="http://schemas.openxmlformats.org/drawingml/2006/main">
              <a:ext uri="{FF2B5EF4-FFF2-40B4-BE49-F238E27FC236}">
                <a16:creationId xmlns:a16="http://schemas.microsoft.com/office/drawing/2014/main" id="{89247C01-A086-4FCD-AF14-2E70C3D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忘れられないおいしさだったね...</a:t>
            </a:r>
            <a:endParaRPr sz="638"/>
          </a:p>
        </p:txBody>
      </p:sp>
      <p:sp>
        <p:nvSpPr>
          <p:cNvPr id="331" name="Google Shape;331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4415562-47CA-4EEB-8DEB-6606308A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2" name="Google Shape;332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39FAD82-D8F5-469F-ACBB-41F746F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3" name="Google Shape;333;g3fb0303ed91_0_142">
            <a:extLst xmlns:a="http://schemas.openxmlformats.org/drawingml/2006/main">
              <a:ext uri="{FF2B5EF4-FFF2-40B4-BE49-F238E27FC236}">
                <a16:creationId xmlns:a16="http://schemas.microsoft.com/office/drawing/2014/main" id="{08048EF7-EBDD-41BC-912B-6A58BB7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34" name="Google Shape;33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DFE2AB57-FB60-42D5-8F6B-7D54947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雪風</a:t>
            </a:r>
            <a:endParaRPr sz="1500"/>
          </a:p>
        </p:txBody>
      </p:sp>
      <p:sp>
        <p:nvSpPr>
          <p:cNvPr id="335" name="Google Shape;33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F1E6D0A-C21F-4AC3-A202-35E03C3D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6" name="Google Shape;336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48F57DE-6476-4C35-9B6E-BFA11C2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7" name="Google Shape;337;g3fb0303ed91_0_142">
            <a:extLst xmlns:a="http://schemas.openxmlformats.org/drawingml/2006/main">
              <a:ext uri="{FF2B5EF4-FFF2-40B4-BE49-F238E27FC236}">
                <a16:creationId xmlns:a16="http://schemas.microsoft.com/office/drawing/2014/main" id="{ADF73B21-12A9-4773-8808-49FA17B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38" name="Google Shape;338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200D3A2-1B95-4712-9828-B1A734E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粉雪</a:t>
            </a:r>
            <a:endParaRPr sz="1500"/>
          </a:p>
        </p:txBody>
      </p:sp>
      <p:sp>
        <p:nvSpPr>
          <p:cNvPr id="339" name="Google Shape;339;g3fb0303ed91_0_142">
            <a:extLst xmlns:a="http://schemas.openxmlformats.org/drawingml/2006/main">
              <a:ext uri="{FF2B5EF4-FFF2-40B4-BE49-F238E27FC236}">
                <a16:creationId xmlns:a16="http://schemas.microsoft.com/office/drawing/2014/main" id="{BF22BE2F-728B-497E-A29E-DCB7895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0" name="Google Shape;340;g3fb0303ed91_0_142">
            <a:extLst xmlns:a="http://schemas.openxmlformats.org/drawingml/2006/main">
              <a:ext uri="{FF2B5EF4-FFF2-40B4-BE49-F238E27FC236}">
                <a16:creationId xmlns:a16="http://schemas.microsoft.com/office/drawing/2014/main" id="{73897A0E-C3A5-4BBB-A0E7-DE88A34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1" name="Google Shape;341;g3fb0303ed91_0_142">
            <a:extLst xmlns:a="http://schemas.openxmlformats.org/drawingml/2006/main">
              <a:ext uri="{FF2B5EF4-FFF2-40B4-BE49-F238E27FC236}">
                <a16:creationId xmlns:a16="http://schemas.microsoft.com/office/drawing/2014/main" id="{33E70DD7-05E8-4C98-8A40-139A8DA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42" name="Google Shape;342;g3fb0303ed91_0_142">
            <a:extLst xmlns:a="http://schemas.openxmlformats.org/drawingml/2006/main">
              <a:ext uri="{FF2B5EF4-FFF2-40B4-BE49-F238E27FC236}">
                <a16:creationId xmlns:a16="http://schemas.microsoft.com/office/drawing/2014/main" id="{77350CF9-3443-45AE-BE94-B39291F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雪花</a:t>
            </a:r>
            <a:endParaRPr sz="1500"/>
          </a:p>
        </p:txBody>
      </p:sp>
      <p:sp>
        <p:nvSpPr>
          <p:cNvPr id="343" name="Google Shape;343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0F8E8C6-C4F9-4D70-9530-93A63ED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4" name="Google Shape;344;g3fb0303ed91_0_142">
            <a:extLst xmlns:a="http://schemas.openxmlformats.org/drawingml/2006/main">
              <a:ext uri="{FF2B5EF4-FFF2-40B4-BE49-F238E27FC236}">
                <a16:creationId xmlns:a16="http://schemas.microsoft.com/office/drawing/2014/main" id="{1F83F563-44EE-45F1-87D7-7BD20DC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5" name="Google Shape;345;g3fb0303ed91_0_142">
            <a:extLst xmlns:a="http://schemas.openxmlformats.org/drawingml/2006/main">
              <a:ext uri="{FF2B5EF4-FFF2-40B4-BE49-F238E27FC236}">
                <a16:creationId xmlns:a16="http://schemas.microsoft.com/office/drawing/2014/main" id="{FE89F25E-05F0-4F25-891D-F2B72528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46" name="Google Shape;346;g3fb0303ed91_0_142">
            <a:extLst xmlns:a="http://schemas.openxmlformats.org/drawingml/2006/main">
              <a:ext uri="{FF2B5EF4-FFF2-40B4-BE49-F238E27FC236}">
                <a16:creationId xmlns:a16="http://schemas.microsoft.com/office/drawing/2014/main" id="{D2BE98F9-0184-4DDC-B41B-55361993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雪影</a:t>
            </a:r>
            <a:endParaRPr sz="1500"/>
          </a:p>
        </p:txBody>
      </p:sp>
      <p:pic>
        <p:nvPicPr>
          <p:cNvPr id="375" name="Google Shape;347;g3fb0303ed91_0_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07d455ecd49e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607" y="2023161"/>
            <a:ext cx="4239995" cy="31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021565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0" name="Google Shape;353;g3fb0303ed91_0_17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905c709a0846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4" name="Google Shape;354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59C0835-7883-4DAB-A1B3-55775666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382" name="Google Shape;355;g3fb0303ed91_0_174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" name="Google Shape;356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E604988-6F5D-4AC3-9A82-B902A0E2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100%ドラえもんにいなかったのは次のうちどれ？</a:t>
            </a:r>
            <a:endParaRPr sz="2100"/>
          </a:p>
        </p:txBody>
      </p:sp>
      <p:sp>
        <p:nvSpPr>
          <p:cNvPr id="357" name="Google Shape;357;g3fb0303ed91_0_174">
            <a:extLst xmlns:a="http://schemas.openxmlformats.org/drawingml/2006/main">
              <a:ext uri="{FF2B5EF4-FFF2-40B4-BE49-F238E27FC236}">
                <a16:creationId xmlns:a16="http://schemas.microsoft.com/office/drawing/2014/main" id="{21671CF9-A95B-4FFE-9F54-EAD426F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8" name="Google Shape;358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A1F3224-F54B-44E6-8C27-DA5FD696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g3fb0303ed91_0_174">
            <a:extLst xmlns:a="http://schemas.openxmlformats.org/drawingml/2006/main">
              <a:ext uri="{FF2B5EF4-FFF2-40B4-BE49-F238E27FC236}">
                <a16:creationId xmlns:a16="http://schemas.microsoft.com/office/drawing/2014/main" id="{1932AD2B-463C-4402-A375-388E72E4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60" name="Google Shape;360;g3fb0303ed91_0_174">
            <a:extLst xmlns:a="http://schemas.openxmlformats.org/drawingml/2006/main">
              <a:ext uri="{FF2B5EF4-FFF2-40B4-BE49-F238E27FC236}">
                <a16:creationId xmlns:a16="http://schemas.microsoft.com/office/drawing/2014/main" id="{9D33127C-D729-4107-8918-6979B62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桜ドラえもん</a:t>
            </a:r>
            <a:endParaRPr sz="1500"/>
          </a:p>
        </p:txBody>
      </p:sp>
      <p:sp>
        <p:nvSpPr>
          <p:cNvPr id="361" name="Google Shape;361;g3fb0303ed91_0_174">
            <a:extLst xmlns:a="http://schemas.openxmlformats.org/drawingml/2006/main">
              <a:ext uri="{FF2B5EF4-FFF2-40B4-BE49-F238E27FC236}">
                <a16:creationId xmlns:a16="http://schemas.microsoft.com/office/drawing/2014/main" id="{F9306B1E-652D-4CF6-9DD6-58F40FF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2" name="Google Shape;362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4D19390-739D-48F5-BB4B-ADE7BB6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g3fb0303ed91_0_174">
            <a:extLst xmlns:a="http://schemas.openxmlformats.org/drawingml/2006/main">
              <a:ext uri="{FF2B5EF4-FFF2-40B4-BE49-F238E27FC236}">
                <a16:creationId xmlns:a16="http://schemas.microsoft.com/office/drawing/2014/main" id="{CF30723A-CF91-448E-9139-2CE4771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64" name="Google Shape;364;g3fb0303ed91_0_174">
            <a:extLst xmlns:a="http://schemas.openxmlformats.org/drawingml/2006/main">
              <a:ext uri="{FF2B5EF4-FFF2-40B4-BE49-F238E27FC236}">
                <a16:creationId xmlns:a16="http://schemas.microsoft.com/office/drawing/2014/main" id="{00E430E5-91A0-4ED8-B386-69D613B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65" name="Google Shape;365;g3fb0303ed91_0_174">
            <a:extLst xmlns:a="http://schemas.openxmlformats.org/drawingml/2006/main">
              <a:ext uri="{FF2B5EF4-FFF2-40B4-BE49-F238E27FC236}">
                <a16:creationId xmlns:a16="http://schemas.microsoft.com/office/drawing/2014/main" id="{B00131E4-871B-469D-9938-7803946F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6" name="Google Shape;366;g3fb0303ed91_0_174">
            <a:extLst xmlns:a="http://schemas.openxmlformats.org/drawingml/2006/main">
              <a:ext uri="{FF2B5EF4-FFF2-40B4-BE49-F238E27FC236}">
                <a16:creationId xmlns:a16="http://schemas.microsoft.com/office/drawing/2014/main" id="{DFEE1A2C-0F02-412E-B348-A534E63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7" name="Google Shape;367;g3fb0303ed91_0_174">
            <a:extLst xmlns:a="http://schemas.openxmlformats.org/drawingml/2006/main">
              <a:ext uri="{FF2B5EF4-FFF2-40B4-BE49-F238E27FC236}">
                <a16:creationId xmlns:a16="http://schemas.microsoft.com/office/drawing/2014/main" id="{F102C201-E230-4456-BF1E-759B4C8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68" name="Google Shape;368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9AF52C9-1DB0-4850-96FA-705A7F8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69" name="Google Shape;369;g3fb0303ed91_0_174">
            <a:extLst xmlns:a="http://schemas.openxmlformats.org/drawingml/2006/main">
              <a:ext uri="{FF2B5EF4-FFF2-40B4-BE49-F238E27FC236}">
                <a16:creationId xmlns:a16="http://schemas.microsoft.com/office/drawing/2014/main" id="{40B2CA1D-08C1-46C0-A8A6-70C7000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0" name="Google Shape;370;g3fb0303ed91_0_174">
            <a:extLst xmlns:a="http://schemas.openxmlformats.org/drawingml/2006/main">
              <a:ext uri="{FF2B5EF4-FFF2-40B4-BE49-F238E27FC236}">
                <a16:creationId xmlns:a16="http://schemas.microsoft.com/office/drawing/2014/main" id="{B6C36CA7-8829-4703-8FDB-CEE6BCD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1" name="Google Shape;371;g3fb0303ed91_0_174">
            <a:extLst xmlns:a="http://schemas.openxmlformats.org/drawingml/2006/main">
              <a:ext uri="{FF2B5EF4-FFF2-40B4-BE49-F238E27FC236}">
                <a16:creationId xmlns:a16="http://schemas.microsoft.com/office/drawing/2014/main" id="{82B2AAC8-2EF5-41CB-937E-D299E8D2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372" name="Google Shape;372;g3fb0303ed91_0_174">
            <a:extLst xmlns:a="http://schemas.openxmlformats.org/drawingml/2006/main">
              <a:ext uri="{FF2B5EF4-FFF2-40B4-BE49-F238E27FC236}">
                <a16:creationId xmlns:a16="http://schemas.microsoft.com/office/drawing/2014/main" id="{89D1FF2D-13D8-4D0A-A879-F4C9E7EF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pic>
        <p:nvPicPr>
          <p:cNvPr id="400" name="Google Shape;373;g3fb0303ed91_0_1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d0238b9094c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499" y="1464875"/>
            <a:ext cx="3569576" cy="4759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38948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9" name="Google Shape;37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8D036B15-3AD7-4E38-AE42-79CDB1DA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0" name="Google Shape;38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5287109F-19B3-40CD-903D-83E6CE1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10" name="Google Shape;381;g3fb0303ed91_0_19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7651FA27-FBA7-4777-8D49-EDF44BE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383" name="Google Shape;383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734E6D8-70CE-4FE4-B503-62EBCFA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D</a:t>
            </a:r>
            <a:endParaRPr sz="2600" b="1"/>
          </a:p>
        </p:txBody>
      </p:sp>
      <p:sp>
        <p:nvSpPr>
          <p:cNvPr id="384" name="Google Shape;384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F86BB6F-8381-4BE2-BFB2-46D2DC44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385" name="Google Shape;385;g3fb0303ed91_0_199">
            <a:extLst xmlns:a="http://schemas.openxmlformats.org/drawingml/2006/main">
              <a:ext uri="{FF2B5EF4-FFF2-40B4-BE49-F238E27FC236}">
                <a16:creationId xmlns:a16="http://schemas.microsoft.com/office/drawing/2014/main" id="{E0B1610B-300D-4583-AB31-B1AB206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意外と難しかった？笑</a:t>
            </a:r>
            <a:endParaRPr sz="638"/>
          </a:p>
        </p:txBody>
      </p:sp>
      <p:pic>
        <p:nvPicPr>
          <p:cNvPr id="415" name="Google Shape;386;g3fb0303ed91_0_1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673e6b34f45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525" y="1738215"/>
            <a:ext cx="4358674" cy="36023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7" name="Google Shape;387;g3fb0303ed91_0_199">
            <a:extLst xmlns:a="http://schemas.openxmlformats.org/drawingml/2006/main">
              <a:ext uri="{FF2B5EF4-FFF2-40B4-BE49-F238E27FC236}">
                <a16:creationId xmlns:a16="http://schemas.microsoft.com/office/drawing/2014/main" id="{B4557083-A938-4D98-9C77-FAC8BA61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8" name="Google Shape;388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26362AB-E7C7-4926-AA34-4A28546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9" name="Google Shape;38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1D138AA-B0FF-4061-AB05-9A9B5995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390" name="Google Shape;39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4F81BB1-D671-474F-9934-3F9EF7BD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桜ドラえもん</a:t>
            </a:r>
            <a:endParaRPr sz="1500"/>
          </a:p>
        </p:txBody>
      </p:sp>
      <p:sp>
        <p:nvSpPr>
          <p:cNvPr id="391" name="Google Shape;391;g3fb0303ed91_0_199">
            <a:extLst xmlns:a="http://schemas.openxmlformats.org/drawingml/2006/main">
              <a:ext uri="{FF2B5EF4-FFF2-40B4-BE49-F238E27FC236}">
                <a16:creationId xmlns:a16="http://schemas.microsoft.com/office/drawing/2014/main" id="{2D0335CE-4AAA-4B8B-8931-FC101F0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2" name="Google Shape;39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80F3EC06-AC5B-4781-AD22-8569652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3" name="Google Shape;393;g3fb0303ed91_0_199">
            <a:extLst xmlns:a="http://schemas.openxmlformats.org/drawingml/2006/main">
              <a:ext uri="{FF2B5EF4-FFF2-40B4-BE49-F238E27FC236}">
                <a16:creationId xmlns:a16="http://schemas.microsoft.com/office/drawing/2014/main" id="{5F136636-533F-4B53-8CC6-641E11A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394" name="Google Shape;394;g3fb0303ed91_0_199">
            <a:extLst xmlns:a="http://schemas.openxmlformats.org/drawingml/2006/main">
              <a:ext uri="{FF2B5EF4-FFF2-40B4-BE49-F238E27FC236}">
                <a16:creationId xmlns:a16="http://schemas.microsoft.com/office/drawing/2014/main" id="{C39A411E-F81E-40B9-A320-60A1AB7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おすもう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95" name="Google Shape;395;g3fb0303ed91_0_199">
            <a:extLst xmlns:a="http://schemas.openxmlformats.org/drawingml/2006/main">
              <a:ext uri="{FF2B5EF4-FFF2-40B4-BE49-F238E27FC236}">
                <a16:creationId xmlns:a16="http://schemas.microsoft.com/office/drawing/2014/main" id="{6174917B-6D95-4199-8A6D-2098B35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6" name="Google Shape;396;g3fb0303ed91_0_199">
            <a:extLst xmlns:a="http://schemas.openxmlformats.org/drawingml/2006/main">
              <a:ext uri="{FF2B5EF4-FFF2-40B4-BE49-F238E27FC236}">
                <a16:creationId xmlns:a16="http://schemas.microsoft.com/office/drawing/2014/main" id="{0295041E-7F2A-499D-B9D9-1F0AB3F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7" name="Google Shape;397;g3fb0303ed91_0_199">
            <a:extLst xmlns:a="http://schemas.openxmlformats.org/drawingml/2006/main">
              <a:ext uri="{FF2B5EF4-FFF2-40B4-BE49-F238E27FC236}">
                <a16:creationId xmlns:a16="http://schemas.microsoft.com/office/drawing/2014/main" id="{480BC37F-2900-4A37-97C3-68E085A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398" name="Google Shape;398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F1379AC-8067-4683-9967-C8B1C11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芝犬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  <p:sp>
        <p:nvSpPr>
          <p:cNvPr id="399" name="Google Shape;399;g3fb0303ed91_0_199">
            <a:extLst xmlns:a="http://schemas.openxmlformats.org/drawingml/2006/main">
              <a:ext uri="{FF2B5EF4-FFF2-40B4-BE49-F238E27FC236}">
                <a16:creationId xmlns:a16="http://schemas.microsoft.com/office/drawing/2014/main" id="{3B491175-B395-4FB6-B1A9-83214586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0" name="Google Shape;400;g3fb0303ed91_0_199">
            <a:extLst xmlns:a="http://schemas.openxmlformats.org/drawingml/2006/main">
              <a:ext uri="{FF2B5EF4-FFF2-40B4-BE49-F238E27FC236}">
                <a16:creationId xmlns:a16="http://schemas.microsoft.com/office/drawing/2014/main" id="{E3D744DA-958F-41A1-9C21-BDC46BF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1" name="Google Shape;401;g3fb0303ed91_0_199">
            <a:extLst xmlns:a="http://schemas.openxmlformats.org/drawingml/2006/main">
              <a:ext uri="{FF2B5EF4-FFF2-40B4-BE49-F238E27FC236}">
                <a16:creationId xmlns:a16="http://schemas.microsoft.com/office/drawing/2014/main" id="{22E19F98-62B9-415B-BD73-B797FC3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02" name="Google Shape;402;g3fb0303ed91_0_199">
            <a:extLst xmlns:a="http://schemas.openxmlformats.org/drawingml/2006/main">
              <a:ext uri="{FF2B5EF4-FFF2-40B4-BE49-F238E27FC236}">
                <a16:creationId xmlns:a16="http://schemas.microsoft.com/office/drawing/2014/main" id="{DDB3F301-44A9-481F-9981-467FAC4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富士山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ドラえもん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214123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5" name="Google Shape;408;g3fb0303ed91_0_2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edeae8a2174e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9" name="Google Shape;409;g3fb0303ed91_0_247">
            <a:extLst xmlns:a="http://schemas.openxmlformats.org/drawingml/2006/main">
              <a:ext uri="{FF2B5EF4-FFF2-40B4-BE49-F238E27FC236}">
                <a16:creationId xmlns:a16="http://schemas.microsoft.com/office/drawing/2014/main" id="{484582F4-45FB-436D-9E23-76EA8EC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37" name="Google Shape;410;g3fb0303ed91_0_24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A257087-AD37-4422-8035-B0AF61B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この作品名は何？</a:t>
            </a:r>
            <a:endParaRPr sz="2100"/>
          </a:p>
        </p:txBody>
      </p:sp>
      <p:sp>
        <p:nvSpPr>
          <p:cNvPr id="412" name="Google Shape;412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AC25488-DD81-40FF-95FD-F2A6B7DA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3" name="Google Shape;413;g3fb0303ed91_0_247">
            <a:extLst xmlns:a="http://schemas.openxmlformats.org/drawingml/2006/main">
              <a:ext uri="{FF2B5EF4-FFF2-40B4-BE49-F238E27FC236}">
                <a16:creationId xmlns:a16="http://schemas.microsoft.com/office/drawing/2014/main" id="{5A72FF46-895A-4C1F-8FD2-773C2580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4" name="Google Shape;414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0A8C3F7-7747-4058-8A4E-208888A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15" name="Google Shape;415;g3fb0303ed91_0_247">
            <a:extLst xmlns:a="http://schemas.openxmlformats.org/drawingml/2006/main">
              <a:ext uri="{FF2B5EF4-FFF2-40B4-BE49-F238E27FC236}">
                <a16:creationId xmlns:a16="http://schemas.microsoft.com/office/drawing/2014/main" id="{4C56D111-E24B-463F-8D7B-7F2B8A4D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スイミング・プール</a:t>
            </a:r>
            <a:endParaRPr sz="1500"/>
          </a:p>
        </p:txBody>
      </p:sp>
      <p:sp>
        <p:nvSpPr>
          <p:cNvPr id="416" name="Google Shape;416;g3fb0303ed91_0_247">
            <a:extLst xmlns:a="http://schemas.openxmlformats.org/drawingml/2006/main">
              <a:ext uri="{FF2B5EF4-FFF2-40B4-BE49-F238E27FC236}">
                <a16:creationId xmlns:a16="http://schemas.microsoft.com/office/drawing/2014/main" id="{839319DD-B7DD-4EB6-868B-C507389F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7" name="Google Shape;417;g3fb0303ed91_0_247">
            <a:extLst xmlns:a="http://schemas.openxmlformats.org/drawingml/2006/main">
              <a:ext uri="{FF2B5EF4-FFF2-40B4-BE49-F238E27FC236}">
                <a16:creationId xmlns:a16="http://schemas.microsoft.com/office/drawing/2014/main" id="{7616009D-8455-44C5-8C68-ECBAC970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8" name="Google Shape;418;g3fb0303ed91_0_247">
            <a:extLst xmlns:a="http://schemas.openxmlformats.org/drawingml/2006/main">
              <a:ext uri="{FF2B5EF4-FFF2-40B4-BE49-F238E27FC236}">
                <a16:creationId xmlns:a16="http://schemas.microsoft.com/office/drawing/2014/main" id="{8224842E-FF39-442A-94C5-BB1B7E8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19" name="Google Shape;419;g3fb0303ed91_0_247">
            <a:extLst xmlns:a="http://schemas.openxmlformats.org/drawingml/2006/main">
              <a:ext uri="{FF2B5EF4-FFF2-40B4-BE49-F238E27FC236}">
                <a16:creationId xmlns:a16="http://schemas.microsoft.com/office/drawing/2014/main" id="{18CAC831-5147-4772-BA14-1B9A2B0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日常の反転</a:t>
            </a:r>
            <a:endParaRPr sz="1500"/>
          </a:p>
        </p:txBody>
      </p:sp>
      <p:sp>
        <p:nvSpPr>
          <p:cNvPr id="420" name="Google Shape;420;g3fb0303ed91_0_247">
            <a:extLst xmlns:a="http://schemas.openxmlformats.org/drawingml/2006/main">
              <a:ext uri="{FF2B5EF4-FFF2-40B4-BE49-F238E27FC236}">
                <a16:creationId xmlns:a16="http://schemas.microsoft.com/office/drawing/2014/main" id="{01BA2FBF-1187-4C77-8051-458D18B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03249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1" name="Google Shape;421;g3fb0303ed91_0_247">
            <a:extLst xmlns:a="http://schemas.openxmlformats.org/drawingml/2006/main">
              <a:ext uri="{FF2B5EF4-FFF2-40B4-BE49-F238E27FC236}">
                <a16:creationId xmlns:a16="http://schemas.microsoft.com/office/drawing/2014/main" id="{62161EA8-AE42-46BB-AA4D-F4AD623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2" name="Google Shape;422;g3fb0303ed91_0_247">
            <a:extLst xmlns:a="http://schemas.openxmlformats.org/drawingml/2006/main">
              <a:ext uri="{FF2B5EF4-FFF2-40B4-BE49-F238E27FC236}">
                <a16:creationId xmlns:a16="http://schemas.microsoft.com/office/drawing/2014/main" id="{B5BE5DA8-6C04-486D-B152-7266C43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23" name="Google Shape;423;g3fb0303ed91_0_247">
            <a:extLst xmlns:a="http://schemas.openxmlformats.org/drawingml/2006/main">
              <a:ext uri="{FF2B5EF4-FFF2-40B4-BE49-F238E27FC236}">
                <a16:creationId xmlns:a16="http://schemas.microsoft.com/office/drawing/2014/main" id="{24A6D55D-A6BB-4A68-8142-8120B9B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776399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Invisible Water</a:t>
            </a:r>
            <a:endParaRPr sz="1500"/>
          </a:p>
        </p:txBody>
      </p:sp>
      <p:sp>
        <p:nvSpPr>
          <p:cNvPr id="424" name="Google Shape;424;g3fb0303ed91_0_247">
            <a:extLst xmlns:a="http://schemas.openxmlformats.org/drawingml/2006/main">
              <a:ext uri="{FF2B5EF4-FFF2-40B4-BE49-F238E27FC236}">
                <a16:creationId xmlns:a16="http://schemas.microsoft.com/office/drawing/2014/main" id="{6FD2B13E-E444-4195-BA96-4602D98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0" y="2703260"/>
            <a:ext cx="3105300" cy="35271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5" name="Google Shape;425;g3fb0303ed91_0_247">
            <a:extLst xmlns:a="http://schemas.openxmlformats.org/drawingml/2006/main">
              <a:ext uri="{FF2B5EF4-FFF2-40B4-BE49-F238E27FC236}">
                <a16:creationId xmlns:a16="http://schemas.microsoft.com/office/drawing/2014/main" id="{3D861EE3-F8FE-47B2-B52E-5218C03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6" name="Google Shape;426;g3fb0303ed91_0_247">
            <a:extLst xmlns:a="http://schemas.openxmlformats.org/drawingml/2006/main">
              <a:ext uri="{FF2B5EF4-FFF2-40B4-BE49-F238E27FC236}">
                <a16:creationId xmlns:a16="http://schemas.microsoft.com/office/drawing/2014/main" id="{9B16CEA6-CE8C-4291-AD2B-9B19CFEA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27" name="Google Shape;427;g3fb0303ed91_0_247">
            <a:extLst xmlns:a="http://schemas.openxmlformats.org/drawingml/2006/main">
              <a:ext uri="{FF2B5EF4-FFF2-40B4-BE49-F238E27FC236}">
                <a16:creationId xmlns:a16="http://schemas.microsoft.com/office/drawing/2014/main" id="{50085E5C-12BE-49AB-A67E-2FF0269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5" y="2776408"/>
            <a:ext cx="2289300" cy="3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55" name="Google Shape;428;g3fb0303ed91_0_2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eb413ec9e41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6149" y="1614275"/>
            <a:ext cx="3474924" cy="46332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254320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4" name="Google Shape;43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02A0137B-4733-4F14-B6E3-3F60CFC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38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5" name="Google Shape;43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C7DA390A-3328-428C-81B0-77765E1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64" name="Google Shape;436;g3fb0303ed91_0_27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" name="Google Shape;437;g3fb0303ed91_0_272">
            <a:extLst xmlns:a="http://schemas.openxmlformats.org/drawingml/2006/main">
              <a:ext uri="{FF2B5EF4-FFF2-40B4-BE49-F238E27FC236}">
                <a16:creationId xmlns:a16="http://schemas.microsoft.com/office/drawing/2014/main" id="{FE107E28-E12D-4D9A-8F0B-6F8A09CC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438" name="Google Shape;438;g3fb0303ed91_0_272">
            <a:extLst xmlns:a="http://schemas.openxmlformats.org/drawingml/2006/main">
              <a:ext uri="{FF2B5EF4-FFF2-40B4-BE49-F238E27FC236}">
                <a16:creationId xmlns:a16="http://schemas.microsoft.com/office/drawing/2014/main" id="{812977AC-D57E-49E9-A5DB-7341E6A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439" name="Google Shape;439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B12E5A0-5569-47A0-8B96-5BA0D19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50"/>
            <a:ext cx="7343400" cy="602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40" name="Google Shape;440;g3fb0303ed91_0_272">
            <a:extLst xmlns:a="http://schemas.openxmlformats.org/drawingml/2006/main">
              <a:ext uri="{FF2B5EF4-FFF2-40B4-BE49-F238E27FC236}">
                <a16:creationId xmlns:a16="http://schemas.microsoft.com/office/drawing/2014/main" id="{8915DDE6-1067-4CEC-8CF1-050CA0B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4" y="5918025"/>
            <a:ext cx="68637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意外</a:t>
            </a: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にシンプル！</a:t>
            </a:r>
            <a:endParaRPr sz="638"/>
          </a:p>
        </p:txBody>
      </p:sp>
      <p:sp>
        <p:nvSpPr>
          <p:cNvPr id="441" name="Google Shape;441;g3fb0303ed91_0_272">
            <a:extLst xmlns:a="http://schemas.openxmlformats.org/drawingml/2006/main">
              <a:ext uri="{FF2B5EF4-FFF2-40B4-BE49-F238E27FC236}">
                <a16:creationId xmlns:a16="http://schemas.microsoft.com/office/drawing/2014/main" id="{5B1536CB-61D7-4899-A72E-EF98D55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2" name="Google Shape;442;g3fb0303ed91_0_272">
            <a:extLst xmlns:a="http://schemas.openxmlformats.org/drawingml/2006/main">
              <a:ext uri="{FF2B5EF4-FFF2-40B4-BE49-F238E27FC236}">
                <a16:creationId xmlns:a16="http://schemas.microsoft.com/office/drawing/2014/main" id="{100240B6-2842-4F86-9D06-BB8F914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3" name="Google Shape;443;g3fb0303ed91_0_272">
            <a:extLst xmlns:a="http://schemas.openxmlformats.org/drawingml/2006/main">
              <a:ext uri="{FF2B5EF4-FFF2-40B4-BE49-F238E27FC236}">
                <a16:creationId xmlns:a16="http://schemas.microsoft.com/office/drawing/2014/main" id="{D59BC8E9-F66F-40C1-8B0A-EE024AA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44" name="Google Shape;44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A28CB27-38E1-40CF-8E20-DF3C483D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スイミング・プール</a:t>
            </a:r>
            <a:endParaRPr sz="1500"/>
          </a:p>
        </p:txBody>
      </p:sp>
      <p:sp>
        <p:nvSpPr>
          <p:cNvPr id="445" name="Google Shape;44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D18E32B-0497-4186-96C0-7D2BD0C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16199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6" name="Google Shape;446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52B36E9-DB5F-4EC4-AD6E-BDD6291F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17388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7" name="Google Shape;447;g3fb0303ed91_0_272">
            <a:extLst xmlns:a="http://schemas.openxmlformats.org/drawingml/2006/main">
              <a:ext uri="{FF2B5EF4-FFF2-40B4-BE49-F238E27FC236}">
                <a16:creationId xmlns:a16="http://schemas.microsoft.com/office/drawing/2014/main" id="{5D7C5D0E-5C2B-4384-B854-AF7CC32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16565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48" name="Google Shape;448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11102F5-E635-474B-BC50-98251FB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169310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日常の反転</a:t>
            </a:r>
            <a:endParaRPr sz="1500"/>
          </a:p>
        </p:txBody>
      </p:sp>
      <p:sp>
        <p:nvSpPr>
          <p:cNvPr id="449" name="Google Shape;449;g3fb0303ed91_0_272">
            <a:extLst xmlns:a="http://schemas.openxmlformats.org/drawingml/2006/main">
              <a:ext uri="{FF2B5EF4-FFF2-40B4-BE49-F238E27FC236}">
                <a16:creationId xmlns:a16="http://schemas.microsoft.com/office/drawing/2014/main" id="{6FF6DCED-6F18-496D-9769-8AF76C3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03249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0" name="Google Shape;450;g3fb0303ed91_0_272">
            <a:extLst xmlns:a="http://schemas.openxmlformats.org/drawingml/2006/main">
              <a:ext uri="{FF2B5EF4-FFF2-40B4-BE49-F238E27FC236}">
                <a16:creationId xmlns:a16="http://schemas.microsoft.com/office/drawing/2014/main" id="{DAC51F6B-AF04-439C-8FB2-8853D11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1" name="Google Shape;451;g3fb0303ed91_0_272">
            <a:extLst xmlns:a="http://schemas.openxmlformats.org/drawingml/2006/main">
              <a:ext uri="{FF2B5EF4-FFF2-40B4-BE49-F238E27FC236}">
                <a16:creationId xmlns:a16="http://schemas.microsoft.com/office/drawing/2014/main" id="{4812D8AC-E0B6-43F5-B3FF-D41EE51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52" name="Google Shape;452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BE55513-D8F7-484A-9F89-A3568ED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776399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Invisible Water</a:t>
            </a:r>
            <a:endParaRPr sz="1500"/>
          </a:p>
        </p:txBody>
      </p:sp>
      <p:sp>
        <p:nvSpPr>
          <p:cNvPr id="453" name="Google Shape;453;g3fb0303ed91_0_272">
            <a:extLst xmlns:a="http://schemas.openxmlformats.org/drawingml/2006/main">
              <a:ext uri="{FF2B5EF4-FFF2-40B4-BE49-F238E27FC236}">
                <a16:creationId xmlns:a16="http://schemas.microsoft.com/office/drawing/2014/main" id="{7336A064-9EE3-4E23-87C3-9DC3DAA7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0" y="2703260"/>
            <a:ext cx="3105300" cy="35271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4" name="Google Shape;454;g3fb0303ed91_0_272">
            <a:extLst xmlns:a="http://schemas.openxmlformats.org/drawingml/2006/main">
              <a:ext uri="{FF2B5EF4-FFF2-40B4-BE49-F238E27FC236}">
                <a16:creationId xmlns:a16="http://schemas.microsoft.com/office/drawing/2014/main" id="{00614A91-07D5-426F-A0A9-1973998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2211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5" name="Google Shape;455;g3fb0303ed91_0_272">
            <a:extLst xmlns:a="http://schemas.openxmlformats.org/drawingml/2006/main">
              <a:ext uri="{FF2B5EF4-FFF2-40B4-BE49-F238E27FC236}">
                <a16:creationId xmlns:a16="http://schemas.microsoft.com/office/drawing/2014/main" id="{231D778E-EA6D-43B3-9244-6CBFDD2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3982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56" name="Google Shape;456;g3fb0303ed91_0_272">
            <a:extLst xmlns:a="http://schemas.openxmlformats.org/drawingml/2006/main">
              <a:ext uri="{FF2B5EF4-FFF2-40B4-BE49-F238E27FC236}">
                <a16:creationId xmlns:a16="http://schemas.microsoft.com/office/drawing/2014/main" id="{2BAE7678-15A4-4B82-BD18-560ABAD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5" y="2776408"/>
            <a:ext cx="2289300" cy="3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あなたが見下ろすその水面の下で、誰かがあなたを見上げているということについて</a:t>
            </a:r>
            <a:endParaRPr sz="1500"/>
          </a:p>
        </p:txBody>
      </p:sp>
      <p:pic>
        <p:nvPicPr>
          <p:cNvPr id="485" name="Google Shape;457;g3fb0303ed91_0_2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62f091d89484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9050" y="1703438"/>
            <a:ext cx="2920775" cy="38101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449734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1" name="Google Shape;463;g3fb0303ed91_0_3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6a08d7a8c548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4" name="Google Shape;464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AE5AF10-4BE5-4E8A-915A-0D8FBDD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493" name="Google Shape;465;g3fb0303ed91_0_320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g3fb0303ed91_0_320">
            <a:extLst xmlns:a="http://schemas.openxmlformats.org/drawingml/2006/main">
              <a:ext uri="{FF2B5EF4-FFF2-40B4-BE49-F238E27FC236}">
                <a16:creationId xmlns:a16="http://schemas.microsoft.com/office/drawing/2014/main" id="{6CF71EF6-95C0-4F76-B897-14329CD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どこで撮った写真をゴッホ風にした？</a:t>
            </a:r>
            <a:endParaRPr sz="2100"/>
          </a:p>
        </p:txBody>
      </p:sp>
      <p:pic>
        <p:nvPicPr>
          <p:cNvPr id="495" name="Google Shape;467;g3fb0303ed91_0_3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8b28fae16f43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6149" y="1614275"/>
            <a:ext cx="3474923" cy="46332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8" name="Google Shape;468;g3fb0303ed91_0_320">
            <a:extLst xmlns:a="http://schemas.openxmlformats.org/drawingml/2006/main">
              <a:ext uri="{FF2B5EF4-FFF2-40B4-BE49-F238E27FC236}">
                <a16:creationId xmlns:a16="http://schemas.microsoft.com/office/drawing/2014/main" id="{7044A2F0-DBF5-4459-AB63-1AE6879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9" name="Google Shape;469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9839956-9DE3-481B-93B2-22EBABC5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0" name="Google Shape;470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65C52D2-896D-4C42-8B07-9A685E25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471" name="Google Shape;471;g3fb0303ed91_0_320">
            <a:extLst xmlns:a="http://schemas.openxmlformats.org/drawingml/2006/main">
              <a:ext uri="{FF2B5EF4-FFF2-40B4-BE49-F238E27FC236}">
                <a16:creationId xmlns:a16="http://schemas.microsoft.com/office/drawing/2014/main" id="{575D3127-F505-4092-B464-6311F55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472" name="Google Shape;472;g3fb0303ed91_0_320">
            <a:extLst xmlns:a="http://schemas.openxmlformats.org/drawingml/2006/main">
              <a:ext uri="{FF2B5EF4-FFF2-40B4-BE49-F238E27FC236}">
                <a16:creationId xmlns:a16="http://schemas.microsoft.com/office/drawing/2014/main" id="{1BADD06A-D483-4827-BE61-6816198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3" name="Google Shape;473;g3fb0303ed91_0_320">
            <a:extLst xmlns:a="http://schemas.openxmlformats.org/drawingml/2006/main">
              <a:ext uri="{FF2B5EF4-FFF2-40B4-BE49-F238E27FC236}">
                <a16:creationId xmlns:a16="http://schemas.microsoft.com/office/drawing/2014/main" id="{31658ACF-1243-417D-90E4-6CC9AC4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4" name="Google Shape;474;g3fb0303ed91_0_320">
            <a:extLst xmlns:a="http://schemas.openxmlformats.org/drawingml/2006/main">
              <a:ext uri="{FF2B5EF4-FFF2-40B4-BE49-F238E27FC236}">
                <a16:creationId xmlns:a16="http://schemas.microsoft.com/office/drawing/2014/main" id="{A3E5B8D8-3F0C-45A0-8C31-893261F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475" name="Google Shape;475;g3fb0303ed91_0_320">
            <a:extLst xmlns:a="http://schemas.openxmlformats.org/drawingml/2006/main">
              <a:ext uri="{FF2B5EF4-FFF2-40B4-BE49-F238E27FC236}">
                <a16:creationId xmlns:a16="http://schemas.microsoft.com/office/drawing/2014/main" id="{6BF3B816-0B51-46A8-BB47-4EAE1BD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476" name="Google Shape;476;g3fb0303ed91_0_320">
            <a:extLst xmlns:a="http://schemas.openxmlformats.org/drawingml/2006/main">
              <a:ext uri="{FF2B5EF4-FFF2-40B4-BE49-F238E27FC236}">
                <a16:creationId xmlns:a16="http://schemas.microsoft.com/office/drawing/2014/main" id="{BEDB3DE8-FD52-465E-B07F-7F68460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7" name="Google Shape;477;g3fb0303ed91_0_320">
            <a:extLst xmlns:a="http://schemas.openxmlformats.org/drawingml/2006/main">
              <a:ext uri="{FF2B5EF4-FFF2-40B4-BE49-F238E27FC236}">
                <a16:creationId xmlns:a16="http://schemas.microsoft.com/office/drawing/2014/main" id="{22E7914C-0086-4C71-B13B-FDFCFBF8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8" name="Google Shape;478;g3fb0303ed91_0_320">
            <a:extLst xmlns:a="http://schemas.openxmlformats.org/drawingml/2006/main">
              <a:ext uri="{FF2B5EF4-FFF2-40B4-BE49-F238E27FC236}">
                <a16:creationId xmlns:a16="http://schemas.microsoft.com/office/drawing/2014/main" id="{87B26F48-DD98-4ADA-8276-7D368FEF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479" name="Google Shape;479;g3fb0303ed91_0_320">
            <a:extLst xmlns:a="http://schemas.openxmlformats.org/drawingml/2006/main">
              <a:ext uri="{FF2B5EF4-FFF2-40B4-BE49-F238E27FC236}">
                <a16:creationId xmlns:a16="http://schemas.microsoft.com/office/drawing/2014/main" id="{FBBD32E8-0DAC-4ED4-9CA4-7362C00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480" name="Google Shape;480;g3fb0303ed91_0_320">
            <a:extLst xmlns:a="http://schemas.openxmlformats.org/drawingml/2006/main">
              <a:ext uri="{FF2B5EF4-FFF2-40B4-BE49-F238E27FC236}">
                <a16:creationId xmlns:a16="http://schemas.microsoft.com/office/drawing/2014/main" id="{43EA3823-1455-4F33-9F74-EBDA9CAD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1" name="Google Shape;481;g3fb0303ed91_0_320">
            <a:extLst xmlns:a="http://schemas.openxmlformats.org/drawingml/2006/main">
              <a:ext uri="{FF2B5EF4-FFF2-40B4-BE49-F238E27FC236}">
                <a16:creationId xmlns:a16="http://schemas.microsoft.com/office/drawing/2014/main" id="{A663C220-6068-4B0D-92CE-F714156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2" name="Google Shape;482;g3fb0303ed91_0_320">
            <a:extLst xmlns:a="http://schemas.openxmlformats.org/drawingml/2006/main">
              <a:ext uri="{FF2B5EF4-FFF2-40B4-BE49-F238E27FC236}">
                <a16:creationId xmlns:a16="http://schemas.microsoft.com/office/drawing/2014/main" id="{79E58FDC-8481-4806-A087-1D2EEB4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483" name="Google Shape;483;g3fb0303ed91_0_320">
            <a:extLst xmlns:a="http://schemas.openxmlformats.org/drawingml/2006/main">
              <a:ext uri="{FF2B5EF4-FFF2-40B4-BE49-F238E27FC236}">
                <a16:creationId xmlns:a16="http://schemas.microsoft.com/office/drawing/2014/main" id="{D6A1642E-1B66-4E96-A251-525DBB1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231513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9" name="Google Shape;48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D8348696-91C2-4DDE-A809-A7662AE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8015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0" name="Google Shape;49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7DC2393-047B-4270-9DB6-9A60FA5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20" name="Google Shape;491;g3fb0303ed91_0_345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2" name="Google Shape;49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56591616-E3A4-4561-A395-38632A1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493" name="Google Shape;493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3F0ACEB-3D7D-47BA-864E-F7FF767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A</a:t>
            </a:r>
            <a:endParaRPr sz="2600" b="1"/>
          </a:p>
        </p:txBody>
      </p:sp>
      <p:sp>
        <p:nvSpPr>
          <p:cNvPr id="494" name="Google Shape;494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41BE880-71B0-4778-8DE6-86B891A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495" name="Google Shape;495;g3fb0303ed91_0_345">
            <a:extLst xmlns:a="http://schemas.openxmlformats.org/drawingml/2006/main">
              <a:ext uri="{FF2B5EF4-FFF2-40B4-BE49-F238E27FC236}">
                <a16:creationId xmlns:a16="http://schemas.microsoft.com/office/drawing/2014/main" id="{F1EE4873-477D-45FF-963C-8C8FF30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onのお店でした！</a:t>
            </a:r>
            <a:endParaRPr sz="638"/>
          </a:p>
        </p:txBody>
      </p:sp>
      <p:pic>
        <p:nvPicPr>
          <p:cNvPr id="525" name="Google Shape;496;g3fb0303ed91_0_3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82dcb3248498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600" y="1395978"/>
            <a:ext cx="3277225" cy="4369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7" name="Google Shape;497;g3fb0303ed91_0_345">
            <a:extLst xmlns:a="http://schemas.openxmlformats.org/drawingml/2006/main">
              <a:ext uri="{FF2B5EF4-FFF2-40B4-BE49-F238E27FC236}">
                <a16:creationId xmlns:a16="http://schemas.microsoft.com/office/drawing/2014/main" id="{40DF4B4E-746D-4077-980F-3095107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8" name="Google Shape;498;g3fb0303ed91_0_345">
            <a:extLst xmlns:a="http://schemas.openxmlformats.org/drawingml/2006/main">
              <a:ext uri="{FF2B5EF4-FFF2-40B4-BE49-F238E27FC236}">
                <a16:creationId xmlns:a16="http://schemas.microsoft.com/office/drawing/2014/main" id="{264AB9A9-2CFD-4750-BA9D-8E943B7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07B6B88A-2B39-4BD0-A503-C46A5356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00" name="Google Shape;50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78304392-C7FC-4501-9B38-F6A7A79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東京</a:t>
            </a:r>
            <a:endParaRPr sz="1500"/>
          </a:p>
        </p:txBody>
      </p:sp>
      <p:sp>
        <p:nvSpPr>
          <p:cNvPr id="501" name="Google Shape;501;g3fb0303ed91_0_345">
            <a:extLst xmlns:a="http://schemas.openxmlformats.org/drawingml/2006/main">
              <a:ext uri="{FF2B5EF4-FFF2-40B4-BE49-F238E27FC236}">
                <a16:creationId xmlns:a16="http://schemas.microsoft.com/office/drawing/2014/main" id="{EA585F90-467B-4955-BDF0-036F11F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2" name="Google Shape;50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2E36C2EA-49AE-4439-B87F-5CEEB0AA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3" name="Google Shape;503;g3fb0303ed91_0_345">
            <a:extLst xmlns:a="http://schemas.openxmlformats.org/drawingml/2006/main">
              <a:ext uri="{FF2B5EF4-FFF2-40B4-BE49-F238E27FC236}">
                <a16:creationId xmlns:a16="http://schemas.microsoft.com/office/drawing/2014/main" id="{1E07CAC4-AF81-4F4B-8329-69CD84B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04" name="Google Shape;504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1636CCD-02FB-4069-80E2-F07A49B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北海道</a:t>
            </a:r>
            <a:endParaRPr sz="1500"/>
          </a:p>
        </p:txBody>
      </p:sp>
      <p:sp>
        <p:nvSpPr>
          <p:cNvPr id="505" name="Google Shape;505;g3fb0303ed91_0_345">
            <a:extLst xmlns:a="http://schemas.openxmlformats.org/drawingml/2006/main">
              <a:ext uri="{FF2B5EF4-FFF2-40B4-BE49-F238E27FC236}">
                <a16:creationId xmlns:a16="http://schemas.microsoft.com/office/drawing/2014/main" id="{C2667E47-C52F-46AC-A88F-0DB9573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6" name="Google Shape;506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AF275EF-0760-4BF3-99E3-71FD0DB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7" name="Google Shape;507;g3fb0303ed91_0_345">
            <a:extLst xmlns:a="http://schemas.openxmlformats.org/drawingml/2006/main">
              <a:ext uri="{FF2B5EF4-FFF2-40B4-BE49-F238E27FC236}">
                <a16:creationId xmlns:a16="http://schemas.microsoft.com/office/drawing/2014/main" id="{EE8E37BB-DC5A-4B6F-BDAB-905B037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08" name="Google Shape;508;g3fb0303ed91_0_345">
            <a:extLst xmlns:a="http://schemas.openxmlformats.org/drawingml/2006/main">
              <a:ext uri="{FF2B5EF4-FFF2-40B4-BE49-F238E27FC236}">
                <a16:creationId xmlns:a16="http://schemas.microsoft.com/office/drawing/2014/main" id="{A606D371-BCC7-40DC-8023-BE3ED41C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金沢</a:t>
            </a:r>
            <a:endParaRPr sz="1500"/>
          </a:p>
        </p:txBody>
      </p:sp>
      <p:sp>
        <p:nvSpPr>
          <p:cNvPr id="509" name="Google Shape;509;g3fb0303ed91_0_345">
            <a:extLst xmlns:a="http://schemas.openxmlformats.org/drawingml/2006/main">
              <a:ext uri="{FF2B5EF4-FFF2-40B4-BE49-F238E27FC236}">
                <a16:creationId xmlns:a16="http://schemas.microsoft.com/office/drawing/2014/main" id="{395EAA2E-5629-4865-94F5-2BF0C73F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0" name="Google Shape;510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1FE5A4B-297D-41A1-BE41-481171D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1" name="Google Shape;511;g3fb0303ed91_0_345">
            <a:extLst xmlns:a="http://schemas.openxmlformats.org/drawingml/2006/main">
              <a:ext uri="{FF2B5EF4-FFF2-40B4-BE49-F238E27FC236}">
                <a16:creationId xmlns:a16="http://schemas.microsoft.com/office/drawing/2014/main" id="{87ECF7A1-E4B1-4670-B2FA-B78697F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12" name="Google Shape;512;g3fb0303ed91_0_345">
            <a:extLst xmlns:a="http://schemas.openxmlformats.org/drawingml/2006/main">
              <a:ext uri="{FF2B5EF4-FFF2-40B4-BE49-F238E27FC236}">
                <a16:creationId xmlns:a16="http://schemas.microsoft.com/office/drawing/2014/main" id="{B7D33FFC-BCAA-4E71-A204-490BCE8B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伊豆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2278947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5" name="Google Shape;518;g3fb0303ed91_0_4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4dba8ddda942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9" name="Google Shape;519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339A3A3-C4A1-43ED-9C40-1E12B79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47" name="Google Shape;520;g3fb0303ed91_0_42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g3fb0303ed91_0_427">
            <a:extLst xmlns:a="http://schemas.openxmlformats.org/drawingml/2006/main">
              <a:ext uri="{FF2B5EF4-FFF2-40B4-BE49-F238E27FC236}">
                <a16:creationId xmlns:a16="http://schemas.microsoft.com/office/drawing/2014/main" id="{5D8A8F95-1F19-4CA3-BA5F-2DE9F4C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トイストーリーホテル中庭に像がある組み合わせは？</a:t>
            </a:r>
            <a:endParaRPr sz="2100"/>
          </a:p>
        </p:txBody>
      </p:sp>
      <p:sp>
        <p:nvSpPr>
          <p:cNvPr id="522" name="Google Shape;522;g3fb0303ed91_0_427">
            <a:extLst xmlns:a="http://schemas.openxmlformats.org/drawingml/2006/main">
              <a:ext uri="{FF2B5EF4-FFF2-40B4-BE49-F238E27FC236}">
                <a16:creationId xmlns:a16="http://schemas.microsoft.com/office/drawing/2014/main" id="{D5737841-2D46-4101-A823-49D3563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3" name="Google Shape;523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9CB2659-5693-42E2-8AF8-BC361921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4" name="Google Shape;524;g3fb0303ed91_0_427">
            <a:extLst xmlns:a="http://schemas.openxmlformats.org/drawingml/2006/main">
              <a:ext uri="{FF2B5EF4-FFF2-40B4-BE49-F238E27FC236}">
                <a16:creationId xmlns:a16="http://schemas.microsoft.com/office/drawing/2014/main" id="{C57DD082-CDCA-46C4-978C-C9AF131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25" name="Google Shape;525;g3fb0303ed91_0_427">
            <a:extLst xmlns:a="http://schemas.openxmlformats.org/drawingml/2006/main">
              <a:ext uri="{FF2B5EF4-FFF2-40B4-BE49-F238E27FC236}">
                <a16:creationId xmlns:a16="http://schemas.microsoft.com/office/drawing/2014/main" id="{3A1445B5-5AD3-439E-88B7-CCFE9F9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ロッツォとザーグ</a:t>
            </a:r>
            <a:endParaRPr sz="1500"/>
          </a:p>
        </p:txBody>
      </p:sp>
      <p:sp>
        <p:nvSpPr>
          <p:cNvPr id="526" name="Google Shape;526;g3fb0303ed91_0_427">
            <a:extLst xmlns:a="http://schemas.openxmlformats.org/drawingml/2006/main">
              <a:ext uri="{FF2B5EF4-FFF2-40B4-BE49-F238E27FC236}">
                <a16:creationId xmlns:a16="http://schemas.microsoft.com/office/drawing/2014/main" id="{B6F27F07-4242-477C-86D5-294ACA3F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7" name="Google Shape;527;g3fb0303ed91_0_427">
            <a:extLst xmlns:a="http://schemas.openxmlformats.org/drawingml/2006/main">
              <a:ext uri="{FF2B5EF4-FFF2-40B4-BE49-F238E27FC236}">
                <a16:creationId xmlns:a16="http://schemas.microsoft.com/office/drawing/2014/main" id="{505E1F0A-E4C3-4BAB-8B95-B675AE6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8" name="Google Shape;528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8523B1C-6CA3-45D4-9B00-CF0A0453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29" name="Google Shape;529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99533D0-7406-4024-942E-6F3740FB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ハムと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レックス</a:t>
            </a:r>
            <a:endParaRPr sz="1500"/>
          </a:p>
        </p:txBody>
      </p:sp>
      <p:sp>
        <p:nvSpPr>
          <p:cNvPr id="530" name="Google Shape;530;g3fb0303ed91_0_427">
            <a:extLst xmlns:a="http://schemas.openxmlformats.org/drawingml/2006/main">
              <a:ext uri="{FF2B5EF4-FFF2-40B4-BE49-F238E27FC236}">
                <a16:creationId xmlns:a16="http://schemas.microsoft.com/office/drawing/2014/main" id="{238615C6-166D-41DA-91D5-C224A94F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1" name="Google Shape;531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3E49B30-1086-4328-96B1-4CD31DD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2" name="Google Shape;532;g3fb0303ed91_0_427">
            <a:extLst xmlns:a="http://schemas.openxmlformats.org/drawingml/2006/main">
              <a:ext uri="{FF2B5EF4-FFF2-40B4-BE49-F238E27FC236}">
                <a16:creationId xmlns:a16="http://schemas.microsoft.com/office/drawing/2014/main" id="{BF21E5BF-8763-4E61-A58C-A884F65C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33" name="Google Shape;533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4E632D0-AE53-4C32-9BD9-DE80BDA1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34" name="Google Shape;534;g3fb0303ed91_0_427">
            <a:extLst xmlns:a="http://schemas.openxmlformats.org/drawingml/2006/main">
              <a:ext uri="{FF2B5EF4-FFF2-40B4-BE49-F238E27FC236}">
                <a16:creationId xmlns:a16="http://schemas.microsoft.com/office/drawing/2014/main" id="{81B8DECB-43F2-41FF-B32B-C54A302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5" name="Google Shape;535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389A663-BA06-41D4-8632-E2D41A6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6" name="Google Shape;536;g3fb0303ed91_0_427">
            <a:extLst xmlns:a="http://schemas.openxmlformats.org/drawingml/2006/main">
              <a:ext uri="{FF2B5EF4-FFF2-40B4-BE49-F238E27FC236}">
                <a16:creationId xmlns:a16="http://schemas.microsoft.com/office/drawing/2014/main" id="{7B2F8E9C-9982-4E50-A9DE-64484D4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37" name="Google Shape;537;g3fb0303ed91_0_427">
            <a:extLst xmlns:a="http://schemas.openxmlformats.org/drawingml/2006/main">
              <a:ext uri="{FF2B5EF4-FFF2-40B4-BE49-F238E27FC236}">
                <a16:creationId xmlns:a16="http://schemas.microsoft.com/office/drawing/2014/main" id="{12C49CC1-9FE5-4B0D-AAF9-5348826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565" name="Google Shape;538;g3fb0303ed91_0_4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03fd423d554312">
            <a:alphaModFix/>
          </a:blip>
          <a:srcRect xmlns:a="http://schemas.openxmlformats.org/drawingml/2006/main" l="28888" t="17059" r="9543" b="35331"/>
          <a:stretch xmlns:a="http://schemas.openxmlformats.org/drawingml/2006/main"/>
        </p:blipFill>
        <p:spPr>
          <a:xfrm xmlns:a="http://schemas.openxmlformats.org/drawingml/2006/main">
            <a:off x="840850" y="1964825"/>
            <a:ext cx="3290323" cy="3392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3501880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Google Shape;54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479AE69D-4E70-49DB-B9E9-DE27068D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5" name="Google Shape;54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5A6CC360-A9AF-4D2E-9839-C474B16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576" name="Google Shape;546;g3fb0303ed91_0_481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7" name="Google Shape;547;g3fb0303ed91_0_481">
            <a:extLst xmlns:a="http://schemas.openxmlformats.org/drawingml/2006/main">
              <a:ext uri="{FF2B5EF4-FFF2-40B4-BE49-F238E27FC236}">
                <a16:creationId xmlns:a16="http://schemas.microsoft.com/office/drawing/2014/main" id="{7554471C-7DF8-4DD2-82E7-B55E1DC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548" name="Google Shape;548;g3fb0303ed91_0_481">
            <a:extLst xmlns:a="http://schemas.openxmlformats.org/drawingml/2006/main">
              <a:ext uri="{FF2B5EF4-FFF2-40B4-BE49-F238E27FC236}">
                <a16:creationId xmlns:a16="http://schemas.microsoft.com/office/drawing/2014/main" id="{FA7640F4-C4D4-4105-9848-2C3D1353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D</a:t>
            </a:r>
            <a:endParaRPr sz="2600" b="1"/>
          </a:p>
        </p:txBody>
      </p:sp>
      <p:sp>
        <p:nvSpPr>
          <p:cNvPr id="549" name="Google Shape;549;g3fb0303ed91_0_481">
            <a:extLst xmlns:a="http://schemas.openxmlformats.org/drawingml/2006/main">
              <a:ext uri="{FF2B5EF4-FFF2-40B4-BE49-F238E27FC236}">
                <a16:creationId xmlns:a16="http://schemas.microsoft.com/office/drawing/2014/main" id="{552AC36A-E874-484B-B689-3B29468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550" name="Google Shape;550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B36F47F-CEF6-45B6-B093-2E761EBB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トイストーリーホテルめっちゃ楽しかったね！</a:t>
            </a:r>
            <a:endParaRPr sz="638"/>
          </a:p>
        </p:txBody>
      </p:sp>
      <p:sp>
        <p:nvSpPr>
          <p:cNvPr id="551" name="Google Shape;551;g3fb0303ed91_0_481">
            <a:extLst xmlns:a="http://schemas.openxmlformats.org/drawingml/2006/main">
              <a:ext uri="{FF2B5EF4-FFF2-40B4-BE49-F238E27FC236}">
                <a16:creationId xmlns:a16="http://schemas.microsoft.com/office/drawing/2014/main" id="{FFE26DDB-F78C-4EF2-BA4E-5B3F91F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2" name="Google Shape;552;g3fb0303ed91_0_481">
            <a:extLst xmlns:a="http://schemas.openxmlformats.org/drawingml/2006/main">
              <a:ext uri="{FF2B5EF4-FFF2-40B4-BE49-F238E27FC236}">
                <a16:creationId xmlns:a16="http://schemas.microsoft.com/office/drawing/2014/main" id="{397F881B-E854-47E4-BB73-3D920C2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3" name="Google Shape;553;g3fb0303ed91_0_481">
            <a:extLst xmlns:a="http://schemas.openxmlformats.org/drawingml/2006/main">
              <a:ext uri="{FF2B5EF4-FFF2-40B4-BE49-F238E27FC236}">
                <a16:creationId xmlns:a16="http://schemas.microsoft.com/office/drawing/2014/main" id="{07DC7EDA-4377-4A68-92EB-3C61E3A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54" name="Google Shape;55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C45BA4C9-B1B2-412E-AE02-B5D36B4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ロッツォとザーグ</a:t>
            </a:r>
            <a:endParaRPr sz="1500"/>
          </a:p>
        </p:txBody>
      </p:sp>
      <p:sp>
        <p:nvSpPr>
          <p:cNvPr id="555" name="Google Shape;55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18A8AE57-E782-4101-8B65-007DEF78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27619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6" name="Google Shape;556;g3fb0303ed91_0_481">
            <a:extLst xmlns:a="http://schemas.openxmlformats.org/drawingml/2006/main">
              <a:ext uri="{FF2B5EF4-FFF2-40B4-BE49-F238E27FC236}">
                <a16:creationId xmlns:a16="http://schemas.microsoft.com/office/drawing/2014/main" id="{A46F1955-5B6A-47AD-A169-9FF0F28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288077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7" name="Google Shape;557;g3fb0303ed91_0_481">
            <a:extLst xmlns:a="http://schemas.openxmlformats.org/drawingml/2006/main">
              <a:ext uri="{FF2B5EF4-FFF2-40B4-BE49-F238E27FC236}">
                <a16:creationId xmlns:a16="http://schemas.microsoft.com/office/drawing/2014/main" id="{15BF31D5-43DC-4E53-92D5-6BCFAF7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279847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58" name="Google Shape;558;g3fb0303ed91_0_481">
            <a:extLst xmlns:a="http://schemas.openxmlformats.org/drawingml/2006/main">
              <a:ext uri="{FF2B5EF4-FFF2-40B4-BE49-F238E27FC236}">
                <a16:creationId xmlns:a16="http://schemas.microsoft.com/office/drawing/2014/main" id="{2DEA7AA5-0310-4765-BF07-6434084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28350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ハムと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レックス</a:t>
            </a:r>
            <a:endParaRPr sz="1500"/>
          </a:p>
        </p:txBody>
      </p:sp>
      <p:sp>
        <p:nvSpPr>
          <p:cNvPr id="559" name="Google Shape;559;g3fb0303ed91_0_481">
            <a:extLst xmlns:a="http://schemas.openxmlformats.org/drawingml/2006/main">
              <a:ext uri="{FF2B5EF4-FFF2-40B4-BE49-F238E27FC236}">
                <a16:creationId xmlns:a16="http://schemas.microsoft.com/office/drawing/2014/main" id="{2BA11391-4F54-4875-93E1-764673EC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517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0" name="Google Shape;560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E6821AC-2F6B-40A6-B7A5-BA0BD8D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33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1" name="Google Shape;561;g3fb0303ed91_0_481">
            <a:extLst xmlns:a="http://schemas.openxmlformats.org/drawingml/2006/main">
              <a:ext uri="{FF2B5EF4-FFF2-40B4-BE49-F238E27FC236}">
                <a16:creationId xmlns:a16="http://schemas.microsoft.com/office/drawing/2014/main" id="{8D5A3AEC-41AA-4FDD-A18C-3A996495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81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62" name="Google Shape;562;g3fb0303ed91_0_481">
            <a:extLst xmlns:a="http://schemas.openxmlformats.org/drawingml/2006/main">
              <a:ext uri="{FF2B5EF4-FFF2-40B4-BE49-F238E27FC236}">
                <a16:creationId xmlns:a16="http://schemas.microsoft.com/office/drawing/2014/main" id="{04C7AD3C-D31C-437E-BE31-5C7E8C6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5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バズと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ジェシー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63" name="Google Shape;563;g3fb0303ed91_0_481">
            <a:extLst xmlns:a="http://schemas.openxmlformats.org/drawingml/2006/main">
              <a:ext uri="{FF2B5EF4-FFF2-40B4-BE49-F238E27FC236}">
                <a16:creationId xmlns:a16="http://schemas.microsoft.com/office/drawing/2014/main" id="{B08DDDC7-B37B-4DF9-B58B-F7DCBB04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40" y="3845200"/>
            <a:ext cx="3105300" cy="86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4" name="Google Shape;564;g3fb0303ed91_0_481">
            <a:extLst xmlns:a="http://schemas.openxmlformats.org/drawingml/2006/main">
              <a:ext uri="{FF2B5EF4-FFF2-40B4-BE49-F238E27FC236}">
                <a16:creationId xmlns:a16="http://schemas.microsoft.com/office/drawing/2014/main" id="{B0BC6695-1F4F-40C7-92C8-144F5817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896" y="3964069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5" name="Google Shape;565;g3fb0303ed91_0_481">
            <a:extLst xmlns:a="http://schemas.openxmlformats.org/drawingml/2006/main">
              <a:ext uri="{FF2B5EF4-FFF2-40B4-BE49-F238E27FC236}">
                <a16:creationId xmlns:a16="http://schemas.microsoft.com/office/drawing/2014/main" id="{91C08E01-7678-4EE8-9FDB-5E9D4F81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4" y="3881773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566" name="Google Shape;566;g3fb0303ed91_0_481">
            <a:extLst xmlns:a="http://schemas.openxmlformats.org/drawingml/2006/main">
              <a:ext uri="{FF2B5EF4-FFF2-40B4-BE49-F238E27FC236}">
                <a16:creationId xmlns:a16="http://schemas.microsoft.com/office/drawing/2014/main" id="{AE102C68-D7E7-4678-A6CD-0227330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523" y="3918350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ウッディと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ボー・ピープ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597" name="Google Shape;567;g3fb0303ed91_0_4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4ce543d7341d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075" y="1591253"/>
            <a:ext cx="2434952" cy="324660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98" name="Google Shape;568;g3fb0303ed91_0_4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02772664c4fe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1252" y="2319624"/>
            <a:ext cx="2434952" cy="32465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95165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9" name="Google Shape;574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94937463354d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5" name="Google Shape;57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AB04673C-7879-4016-AC8E-B7644BA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11" name="Google Shape;576;g3fb0303ed91_0_528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7" name="Google Shape;577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49AA2C8-3195-4C41-8CB8-04954BF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次のうち、</a:t>
            </a: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一番値段が高いのはどれ？</a:t>
            </a:r>
            <a:endParaRPr sz="2100"/>
          </a:p>
        </p:txBody>
      </p:sp>
      <p:sp>
        <p:nvSpPr>
          <p:cNvPr id="578" name="Google Shape;578;g3fb0303ed91_0_528">
            <a:extLst xmlns:a="http://schemas.openxmlformats.org/drawingml/2006/main">
              <a:ext uri="{FF2B5EF4-FFF2-40B4-BE49-F238E27FC236}">
                <a16:creationId xmlns:a16="http://schemas.microsoft.com/office/drawing/2014/main" id="{C12CA439-8E82-4CD1-B567-4060088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9" name="Google Shape;579;g3fb0303ed91_0_528">
            <a:extLst xmlns:a="http://schemas.openxmlformats.org/drawingml/2006/main">
              <a:ext uri="{FF2B5EF4-FFF2-40B4-BE49-F238E27FC236}">
                <a16:creationId xmlns:a16="http://schemas.microsoft.com/office/drawing/2014/main" id="{6603E97A-D18D-424F-BA9E-295D85E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0" name="Google Shape;580;g3fb0303ed91_0_528">
            <a:extLst xmlns:a="http://schemas.openxmlformats.org/drawingml/2006/main">
              <a:ext uri="{FF2B5EF4-FFF2-40B4-BE49-F238E27FC236}">
                <a16:creationId xmlns:a16="http://schemas.microsoft.com/office/drawing/2014/main" id="{EF1F1D87-C458-4F7F-8C41-675E6BE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581" name="Google Shape;581;g3fb0303ed91_0_528">
            <a:extLst xmlns:a="http://schemas.openxmlformats.org/drawingml/2006/main">
              <a:ext uri="{FF2B5EF4-FFF2-40B4-BE49-F238E27FC236}">
                <a16:creationId xmlns:a16="http://schemas.microsoft.com/office/drawing/2014/main" id="{422461C0-6708-4CD2-BD2D-55BD6E6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2" name="Google Shape;582;g3fb0303ed91_0_528">
            <a:extLst xmlns:a="http://schemas.openxmlformats.org/drawingml/2006/main">
              <a:ext uri="{FF2B5EF4-FFF2-40B4-BE49-F238E27FC236}">
                <a16:creationId xmlns:a16="http://schemas.microsoft.com/office/drawing/2014/main" id="{0F901C11-F441-47AF-8887-2B9F96E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3" name="Google Shape;583;g3fb0303ed91_0_528">
            <a:extLst xmlns:a="http://schemas.openxmlformats.org/drawingml/2006/main">
              <a:ext uri="{FF2B5EF4-FFF2-40B4-BE49-F238E27FC236}">
                <a16:creationId xmlns:a16="http://schemas.microsoft.com/office/drawing/2014/main" id="{D906AB8B-97E7-4121-B923-CE95165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584" name="Google Shape;584;g3fb0303ed91_0_528">
            <a:extLst xmlns:a="http://schemas.openxmlformats.org/drawingml/2006/main">
              <a:ext uri="{FF2B5EF4-FFF2-40B4-BE49-F238E27FC236}">
                <a16:creationId xmlns:a16="http://schemas.microsoft.com/office/drawing/2014/main" id="{5DE4EE94-782B-488D-95A5-1768765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5" name="Google Shape;58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F367BA9-3835-41AF-918A-EBA7BD0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6" name="Google Shape;586;g3fb0303ed91_0_528">
            <a:extLst xmlns:a="http://schemas.openxmlformats.org/drawingml/2006/main">
              <a:ext uri="{FF2B5EF4-FFF2-40B4-BE49-F238E27FC236}">
                <a16:creationId xmlns:a16="http://schemas.microsoft.com/office/drawing/2014/main" id="{C1FC221C-EBDB-4C0A-918F-7F382DB3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587" name="Google Shape;587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91CD924-45BE-4EF8-899C-1549D47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8" name="Google Shape;588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1B81AEC-9932-4F86-A3CF-D639FA9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9" name="Google Shape;589;g3fb0303ed91_0_528">
            <a:extLst xmlns:a="http://schemas.openxmlformats.org/drawingml/2006/main">
              <a:ext uri="{FF2B5EF4-FFF2-40B4-BE49-F238E27FC236}">
                <a16:creationId xmlns:a16="http://schemas.microsoft.com/office/drawing/2014/main" id="{D37D0A59-81F3-4A61-96D1-CE89BA8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625" name="Google Shape;590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aa3b28406a4a34">
            <a:alphaModFix/>
          </a:blip>
          <a:srcRect xmlns:a="http://schemas.openxmlformats.org/drawingml/2006/main" l="0" t="30633" r="9190" b="16697"/>
          <a:stretch xmlns:a="http://schemas.openxmlformats.org/drawingml/2006/main"/>
        </p:blipFill>
        <p:spPr>
          <a:xfrm xmlns:a="http://schemas.openxmlformats.org/drawingml/2006/main">
            <a:off x="3339525" y="1634900"/>
            <a:ext cx="2179327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1" name="Google Shape;591;g3fb0303ed91_0_528">
            <a:extLst xmlns:a="http://schemas.openxmlformats.org/drawingml/2006/main">
              <a:ext uri="{FF2B5EF4-FFF2-40B4-BE49-F238E27FC236}">
                <a16:creationId xmlns:a16="http://schemas.microsoft.com/office/drawing/2014/main" id="{B0A0CF4E-5413-4ACF-B5DA-A9332E27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8" y="21328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大理石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27" name="Google Shape;592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ebae2e47f54a93">
            <a:alphaModFix/>
          </a:blip>
          <a:srcRect xmlns:a="http://schemas.openxmlformats.org/drawingml/2006/main" l="6969" t="39203" r="1339" b="15649"/>
          <a:stretch xmlns:a="http://schemas.openxmlformats.org/drawingml/2006/main"/>
        </p:blipFill>
        <p:spPr>
          <a:xfrm xmlns:a="http://schemas.openxmlformats.org/drawingml/2006/main">
            <a:off x="8482856" y="1634900"/>
            <a:ext cx="2567094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3" name="Google Shape;593;g3fb0303ed91_0_528">
            <a:extLst xmlns:a="http://schemas.openxmlformats.org/drawingml/2006/main">
              <a:ext uri="{FF2B5EF4-FFF2-40B4-BE49-F238E27FC236}">
                <a16:creationId xmlns:a16="http://schemas.microsoft.com/office/drawing/2014/main" id="{7432A812-9F3A-4C4E-B2AE-305A086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8" y="420613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94" name="Google Shape;594;g3fb0303ed91_0_528">
            <a:extLst xmlns:a="http://schemas.openxmlformats.org/drawingml/2006/main">
              <a:ext uri="{FF2B5EF4-FFF2-40B4-BE49-F238E27FC236}">
                <a16:creationId xmlns:a16="http://schemas.microsoft.com/office/drawing/2014/main" id="{69BCD9D3-E791-44FA-ABD0-565DCAD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3" y="43426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ボッテガの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595" name="Google Shape;595;g3fb0303ed91_0_528">
            <a:extLst xmlns:a="http://schemas.openxmlformats.org/drawingml/2006/main">
              <a:ext uri="{FF2B5EF4-FFF2-40B4-BE49-F238E27FC236}">
                <a16:creationId xmlns:a16="http://schemas.microsoft.com/office/drawing/2014/main" id="{5FA564A9-B217-41E3-BF06-68F4BC7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3" y="2011388"/>
            <a:ext cx="2289300" cy="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31" name="Google Shape;596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3e20b86ddc4bbf">
            <a:alphaModFix/>
          </a:blip>
          <a:srcRect xmlns:a="http://schemas.openxmlformats.org/drawingml/2006/main" l="0" t="25576" r="0" b="10579"/>
          <a:stretch xmlns:a="http://schemas.openxmlformats.org/drawingml/2006/main"/>
        </p:blipFill>
        <p:spPr>
          <a:xfrm xmlns:a="http://schemas.openxmlformats.org/drawingml/2006/main">
            <a:off x="3483450" y="3917113"/>
            <a:ext cx="1891476" cy="1610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32" name="Google Shape;597;g3fb0303ed91_0_5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4febfeb81047fe">
            <a:alphaModFix/>
          </a:blip>
          <a:srcRect xmlns:a="http://schemas.openxmlformats.org/drawingml/2006/main" l="0" t="37510" r="0" b="10579"/>
          <a:stretch xmlns:a="http://schemas.openxmlformats.org/drawingml/2006/main"/>
        </p:blipFill>
        <p:spPr>
          <a:xfrm xmlns:a="http://schemas.openxmlformats.org/drawingml/2006/main">
            <a:off x="8482850" y="3786100"/>
            <a:ext cx="2567101" cy="17768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4848493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3" name="Google Shape;60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9FE25CE-968A-464F-A1BB-05608C1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5531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04" name="Google Shape;604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843D69C-1E53-423A-B0D2-B9C5F4E7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41" name="Google Shape;605;g3fb0303ed91_0_552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6" name="Google Shape;60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8A130C3-DC6A-41FC-9D17-67786C0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607" name="Google Shape;60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11932180-32E4-437F-8BD8-28BA3271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C</a:t>
            </a:r>
            <a:endParaRPr sz="2600" b="1"/>
          </a:p>
        </p:txBody>
      </p:sp>
      <p:sp>
        <p:nvSpPr>
          <p:cNvPr id="608" name="Google Shape;608;g3fb0303ed91_0_552">
            <a:extLst xmlns:a="http://schemas.openxmlformats.org/drawingml/2006/main">
              <a:ext uri="{FF2B5EF4-FFF2-40B4-BE49-F238E27FC236}">
                <a16:creationId xmlns:a16="http://schemas.microsoft.com/office/drawing/2014/main" id="{FBA0C690-DF69-4FC6-9B5D-1C54841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09" name="Google Shape;609;g3fb0303ed91_0_552">
            <a:extLst xmlns:a="http://schemas.openxmlformats.org/drawingml/2006/main">
              <a:ext uri="{FF2B5EF4-FFF2-40B4-BE49-F238E27FC236}">
                <a16:creationId xmlns:a16="http://schemas.microsoft.com/office/drawing/2014/main" id="{7F82825B-441D-45AC-9285-C94C524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コースターはスタプロで買いました☺️</a:t>
            </a:r>
            <a:endParaRPr sz="638"/>
          </a:p>
        </p:txBody>
      </p:sp>
      <p:sp>
        <p:nvSpPr>
          <p:cNvPr id="610" name="Google Shape;610;g3fb0303ed91_0_552">
            <a:extLst xmlns:a="http://schemas.openxmlformats.org/drawingml/2006/main">
              <a:ext uri="{FF2B5EF4-FFF2-40B4-BE49-F238E27FC236}">
                <a16:creationId xmlns:a16="http://schemas.microsoft.com/office/drawing/2014/main" id="{696DD06C-B822-43AF-AE7E-CC4E4C4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1" name="Google Shape;611;g3fb0303ed91_0_552">
            <a:extLst xmlns:a="http://schemas.openxmlformats.org/drawingml/2006/main">
              <a:ext uri="{FF2B5EF4-FFF2-40B4-BE49-F238E27FC236}">
                <a16:creationId xmlns:a16="http://schemas.microsoft.com/office/drawing/2014/main" id="{5FDB8829-20DB-43D6-8A6D-99FF546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2" name="Google Shape;612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4E58DC-282B-4100-9EC1-8CE3BB1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13" name="Google Shape;61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FE605C3F-2A93-4DB3-A723-6B1E936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4" name="Google Shape;614;g3fb0303ed91_0_552">
            <a:extLst xmlns:a="http://schemas.openxmlformats.org/drawingml/2006/main">
              <a:ext uri="{FF2B5EF4-FFF2-40B4-BE49-F238E27FC236}">
                <a16:creationId xmlns:a16="http://schemas.microsoft.com/office/drawing/2014/main" id="{2481C1E4-A9A4-4C8C-811C-A85B595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5" name="Google Shape;615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6EF3C3-0F5B-4691-B151-F43AA9FE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16" name="Google Shape;61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019EE8C7-7BD5-41DA-94E2-DC03F48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7" name="Google Shape;61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80580328-BA49-42E0-89CA-82F41FA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8" name="Google Shape;618;g3fb0303ed91_0_552">
            <a:extLst xmlns:a="http://schemas.openxmlformats.org/drawingml/2006/main">
              <a:ext uri="{FF2B5EF4-FFF2-40B4-BE49-F238E27FC236}">
                <a16:creationId xmlns:a16="http://schemas.microsoft.com/office/drawing/2014/main" id="{C988E049-085C-448A-9F0D-E4ED438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19" name="Google Shape;619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0053A66-C51D-4BAC-A3E5-CB435C15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0" name="Google Shape;620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388AF36-7ACA-4D3A-89B9-A8CE9B2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1" name="Google Shape;621;g3fb0303ed91_0_552">
            <a:extLst xmlns:a="http://schemas.openxmlformats.org/drawingml/2006/main">
              <a:ext uri="{FF2B5EF4-FFF2-40B4-BE49-F238E27FC236}">
                <a16:creationId xmlns:a16="http://schemas.microsoft.com/office/drawing/2014/main" id="{855E0B6F-B222-4BB7-B28B-10CA9BB5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pic>
        <p:nvPicPr>
          <p:cNvPr id="658" name="Google Shape;622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b740a8605d4f06">
            <a:alphaModFix/>
          </a:blip>
          <a:srcRect xmlns:a="http://schemas.openxmlformats.org/drawingml/2006/main" l="0" t="30633" r="9190" b="16697"/>
          <a:stretch xmlns:a="http://schemas.openxmlformats.org/drawingml/2006/main"/>
        </p:blipFill>
        <p:spPr>
          <a:xfrm xmlns:a="http://schemas.openxmlformats.org/drawingml/2006/main">
            <a:off x="3339525" y="1634900"/>
            <a:ext cx="2179327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3" name="Google Shape;623;g3fb0303ed91_0_552">
            <a:extLst xmlns:a="http://schemas.openxmlformats.org/drawingml/2006/main">
              <a:ext uri="{FF2B5EF4-FFF2-40B4-BE49-F238E27FC236}">
                <a16:creationId xmlns:a16="http://schemas.microsoft.com/office/drawing/2014/main" id="{271C57B4-9D62-49ED-93D8-E8EE1EB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5" y="2132905"/>
            <a:ext cx="2289300" cy="10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大理石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コースター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¥200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60" name="Google Shape;624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8f3b1de98f4ff3">
            <a:alphaModFix/>
          </a:blip>
          <a:srcRect xmlns:a="http://schemas.openxmlformats.org/drawingml/2006/main" l="6969" t="39203" r="1339" b="15649"/>
          <a:stretch xmlns:a="http://schemas.openxmlformats.org/drawingml/2006/main"/>
        </p:blipFill>
        <p:spPr>
          <a:xfrm xmlns:a="http://schemas.openxmlformats.org/drawingml/2006/main">
            <a:off x="8482856" y="1634900"/>
            <a:ext cx="2567094" cy="1685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5" name="Google Shape;625;g3fb0303ed91_0_552">
            <a:extLst xmlns:a="http://schemas.openxmlformats.org/drawingml/2006/main">
              <a:ext uri="{FF2B5EF4-FFF2-40B4-BE49-F238E27FC236}">
                <a16:creationId xmlns:a16="http://schemas.microsoft.com/office/drawing/2014/main" id="{6CC732D4-D482-45F5-9A88-06264DA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25" y="4206159"/>
            <a:ext cx="2289300" cy="132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机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¥7591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26" name="Google Shape;626;g3fb0303ed91_0_552">
            <a:extLst xmlns:a="http://schemas.openxmlformats.org/drawingml/2006/main">
              <a:ext uri="{FF2B5EF4-FFF2-40B4-BE49-F238E27FC236}">
                <a16:creationId xmlns:a16="http://schemas.microsoft.com/office/drawing/2014/main" id="{4051544D-246F-4693-BD3A-6A63BE4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342707"/>
            <a:ext cx="2289300" cy="12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ボッテガの</a:t>
            </a:r>
            <a:br/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カセット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¥2000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27" name="Google Shape;627;g3fb0303ed91_0_552">
            <a:extLst xmlns:a="http://schemas.openxmlformats.org/drawingml/2006/main">
              <a:ext uri="{FF2B5EF4-FFF2-40B4-BE49-F238E27FC236}">
                <a16:creationId xmlns:a16="http://schemas.microsoft.com/office/drawing/2014/main" id="{E340CA71-DBDC-4704-AB9B-6AFE769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8"/>
            <a:ext cx="2289300" cy="12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プリンター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¥4500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664" name="Google Shape;628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b08f1067454985">
            <a:alphaModFix/>
          </a:blip>
          <a:srcRect xmlns:a="http://schemas.openxmlformats.org/drawingml/2006/main" l="0" t="25576" r="0" b="10579"/>
          <a:stretch xmlns:a="http://schemas.openxmlformats.org/drawingml/2006/main"/>
        </p:blipFill>
        <p:spPr>
          <a:xfrm xmlns:a="http://schemas.openxmlformats.org/drawingml/2006/main">
            <a:off x="3483450" y="3917113"/>
            <a:ext cx="1891476" cy="1610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5" name="Google Shape;629;g3fb0303ed91_0_5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9ca1a0880148bf">
            <a:alphaModFix/>
          </a:blip>
          <a:srcRect xmlns:a="http://schemas.openxmlformats.org/drawingml/2006/main" l="0" t="37510" r="0" b="10579"/>
          <a:stretch xmlns:a="http://schemas.openxmlformats.org/drawingml/2006/main"/>
        </p:blipFill>
        <p:spPr>
          <a:xfrm xmlns:a="http://schemas.openxmlformats.org/drawingml/2006/main">
            <a:off x="8482850" y="3786100"/>
            <a:ext cx="2567101" cy="17768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17243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0" name="Google Shape;635;g3fb0303ed91_0_65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23bb536e1046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33888" y="292608"/>
            <a:ext cx="987552" cy="9875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6" name="Google Shape;636;g3fb0303ed91_0_659">
            <a:extLst xmlns:a="http://schemas.openxmlformats.org/drawingml/2006/main">
              <a:ext uri="{FF2B5EF4-FFF2-40B4-BE49-F238E27FC236}">
                <a16:creationId xmlns:a16="http://schemas.microsoft.com/office/drawing/2014/main" id="{2FF2A84D-B18E-44C1-8759-CEBE0CB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62" name="Google Shape;637;g3fb0303ed91_0_659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8" name="Google Shape;638;g3fb0303ed91_0_659">
            <a:extLst xmlns:a="http://schemas.openxmlformats.org/drawingml/2006/main">
              <a:ext uri="{FF2B5EF4-FFF2-40B4-BE49-F238E27FC236}">
                <a16:creationId xmlns:a16="http://schemas.microsoft.com/office/drawing/2014/main" id="{AC468299-C076-49A8-A376-C2B63E0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4" y="364242"/>
            <a:ext cx="93399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今年のクイズ大会のタイトル、何だった？</a:t>
            </a:r>
            <a:endParaRPr sz="2100"/>
          </a:p>
        </p:txBody>
      </p:sp>
      <p:sp>
        <p:nvSpPr>
          <p:cNvPr id="639" name="Google Shape;639;g3fb0303ed91_0_659">
            <a:extLst xmlns:a="http://schemas.openxmlformats.org/drawingml/2006/main">
              <a:ext uri="{FF2B5EF4-FFF2-40B4-BE49-F238E27FC236}">
                <a16:creationId xmlns:a16="http://schemas.microsoft.com/office/drawing/2014/main" id="{FDEEA9E2-F910-4547-AA6A-B40264F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0" name="Google Shape;640;g3fb0303ed91_0_659">
            <a:extLst xmlns:a="http://schemas.openxmlformats.org/drawingml/2006/main">
              <a:ext uri="{FF2B5EF4-FFF2-40B4-BE49-F238E27FC236}">
                <a16:creationId xmlns:a16="http://schemas.microsoft.com/office/drawing/2014/main" id="{D71D1C9F-A124-4874-A8A9-A6562DB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1" name="Google Shape;641;g3fb0303ed91_0_659">
            <a:extLst xmlns:a="http://schemas.openxmlformats.org/drawingml/2006/main">
              <a:ext uri="{FF2B5EF4-FFF2-40B4-BE49-F238E27FC236}">
                <a16:creationId xmlns:a16="http://schemas.microsoft.com/office/drawing/2014/main" id="{3A44A417-47A5-4EEA-BD5E-D16E852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42" name="Google Shape;642;g3fb0303ed91_0_659">
            <a:extLst xmlns:a="http://schemas.openxmlformats.org/drawingml/2006/main">
              <a:ext uri="{FF2B5EF4-FFF2-40B4-BE49-F238E27FC236}">
                <a16:creationId xmlns:a16="http://schemas.microsoft.com/office/drawing/2014/main" id="{1282F6EB-9EA3-4774-B8A0-12B5E6E6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3" name="Google Shape;643;g3fb0303ed91_0_659">
            <a:extLst xmlns:a="http://schemas.openxmlformats.org/drawingml/2006/main">
              <a:ext uri="{FF2B5EF4-FFF2-40B4-BE49-F238E27FC236}">
                <a16:creationId xmlns:a16="http://schemas.microsoft.com/office/drawing/2014/main" id="{D5A8504A-F50D-4B41-891A-D285776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4" name="Google Shape;644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BC45330-A291-4384-965E-6E845FA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45" name="Google Shape;645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D252C2D-7E38-468B-97AB-FBB51D2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6" name="Google Shape;646;g3fb0303ed91_0_659">
            <a:extLst xmlns:a="http://schemas.openxmlformats.org/drawingml/2006/main">
              <a:ext uri="{FF2B5EF4-FFF2-40B4-BE49-F238E27FC236}">
                <a16:creationId xmlns:a16="http://schemas.microsoft.com/office/drawing/2014/main" id="{F8002E9A-BB76-4976-AE63-8E089BF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7" name="Google Shape;647;g3fb0303ed91_0_659">
            <a:extLst xmlns:a="http://schemas.openxmlformats.org/drawingml/2006/main">
              <a:ext uri="{FF2B5EF4-FFF2-40B4-BE49-F238E27FC236}">
                <a16:creationId xmlns:a16="http://schemas.microsoft.com/office/drawing/2014/main" id="{16E0A1AB-D755-4B58-8EA9-2A65C197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48" name="Google Shape;648;g3fb0303ed91_0_659">
            <a:extLst xmlns:a="http://schemas.openxmlformats.org/drawingml/2006/main">
              <a:ext uri="{FF2B5EF4-FFF2-40B4-BE49-F238E27FC236}">
                <a16:creationId xmlns:a16="http://schemas.microsoft.com/office/drawing/2014/main" id="{2C6D2077-0279-4FEC-85D9-566151C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9" name="Google Shape;649;g3fb0303ed91_0_659">
            <a:extLst xmlns:a="http://schemas.openxmlformats.org/drawingml/2006/main">
              <a:ext uri="{FF2B5EF4-FFF2-40B4-BE49-F238E27FC236}">
                <a16:creationId xmlns:a16="http://schemas.microsoft.com/office/drawing/2014/main" id="{6A1E83B4-A2C0-4423-9EB8-6AB93CB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0" name="Google Shape;650;g3fb0303ed91_0_659">
            <a:extLst xmlns:a="http://schemas.openxmlformats.org/drawingml/2006/main">
              <a:ext uri="{FF2B5EF4-FFF2-40B4-BE49-F238E27FC236}">
                <a16:creationId xmlns:a16="http://schemas.microsoft.com/office/drawing/2014/main" id="{0693FD66-71CE-4C27-9C01-75FA029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651" name="Google Shape;651;g3fb0303ed91_0_659">
            <a:extLst xmlns:a="http://schemas.openxmlformats.org/drawingml/2006/main">
              <a:ext uri="{FF2B5EF4-FFF2-40B4-BE49-F238E27FC236}">
                <a16:creationId xmlns:a16="http://schemas.microsoft.com/office/drawing/2014/main" id="{4DA2B21F-5AC1-4AC5-BC8C-797737A6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20860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2" name="Google Shape;652;g3fb0303ed91_0_659">
            <a:extLst xmlns:a="http://schemas.openxmlformats.org/drawingml/2006/main">
              <a:ext uri="{FF2B5EF4-FFF2-40B4-BE49-F238E27FC236}">
                <a16:creationId xmlns:a16="http://schemas.microsoft.com/office/drawing/2014/main" id="{316AF906-0917-4746-836D-9529D507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3" name="Google Shape;653;g3fb0303ed91_0_659">
            <a:extLst xmlns:a="http://schemas.openxmlformats.org/drawingml/2006/main">
              <a:ext uri="{FF2B5EF4-FFF2-40B4-BE49-F238E27FC236}">
                <a16:creationId xmlns:a16="http://schemas.microsoft.com/office/drawing/2014/main" id="{5ABDA189-D969-4C0D-82B3-2A9F6FD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〜6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回目の誕生日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54" name="Google Shape;654;g3fb0303ed91_0_659">
            <a:extLst xmlns:a="http://schemas.openxmlformats.org/drawingml/2006/main">
              <a:ext uri="{FF2B5EF4-FFF2-40B4-BE49-F238E27FC236}">
                <a16:creationId xmlns:a16="http://schemas.microsoft.com/office/drawing/2014/main" id="{E815B7F3-33A7-48F5-85B5-3F0D6BD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今年は何かが違う</a:t>
            </a: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8378402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Google Shape;66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01F301A-69A9-44B2-B407-D37A87C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2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228600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1" name="Google Shape;66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315A8CA9-E108-4272-9747-334C8E8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" y="329178"/>
            <a:ext cx="9720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426"/>
          </a:solidFill>
          <a:ln xmlns:a="http://schemas.openxmlformats.org/drawingml/2006/main" w="12700" cmpd="sng">
            <a:solidFill>
              <a:srgbClr val="0D1B31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cxnSp>
        <p:nvCxnSpPr>
          <p:cNvPr id="688" name="Google Shape;662;g3fb0303ed91_0_687"/>
          <p:cNvCxnSpPr/>
          <p:nvPr/>
        </p:nvCxnSpPr>
        <p:spPr>
          <a:xfrm xmlns:a="http://schemas.openxmlformats.org/drawingml/2006/main">
            <a:off x="389675" y="329178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00D9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3" name="Google Shape;663;g3fb0303ed91_0_687">
            <a:extLst xmlns:a="http://schemas.openxmlformats.org/drawingml/2006/main">
              <a:ext uri="{FF2B5EF4-FFF2-40B4-BE49-F238E27FC236}">
                <a16:creationId xmlns:a16="http://schemas.microsoft.com/office/drawing/2014/main" id="{D77B505B-D292-4E3A-A6ED-0CA13BC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5" y="364250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正解は...</a:t>
            </a:r>
            <a:endParaRPr sz="2100"/>
          </a:p>
        </p:txBody>
      </p:sp>
      <p:sp>
        <p:nvSpPr>
          <p:cNvPr id="664" name="Google Shape;664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5CD15CB-54CB-45A8-AF36-DEFF067F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37" y="351025"/>
            <a:ext cx="1813500" cy="8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100"/>
              <a:buFont typeface="Noto Sans"/>
              <a:buNone/>
            </a:pPr>
            <a:r>
              <a:rPr sz="35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B</a:t>
            </a:r>
            <a:endParaRPr sz="2600" b="1"/>
          </a:p>
        </p:txBody>
      </p:sp>
      <p:sp>
        <p:nvSpPr>
          <p:cNvPr id="665" name="Google Shape;665;g3fb0303ed91_0_687">
            <a:extLst xmlns:a="http://schemas.openxmlformats.org/drawingml/2006/main">
              <a:ext uri="{FF2B5EF4-FFF2-40B4-BE49-F238E27FC236}">
                <a16:creationId xmlns:a16="http://schemas.microsoft.com/office/drawing/2014/main" id="{A75F14B2-A4A4-4DEF-AAEB-872B46FB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00" y="5973449"/>
            <a:ext cx="10440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10025" cmpd="sng">
            <a:solidFill>
              <a:srgbClr val="23354E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375" tIns="90375" rIns="90375" bIns="90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779"/>
              <a:buFont typeface="Arial"/>
              <a:buNone/>
            </a:pPr>
            <a:r>
              <a:t/>
            </a:r>
            <a:endParaRPr sz="1779"/>
          </a:p>
        </p:txBody>
      </p:sp>
      <p:sp>
        <p:nvSpPr>
          <p:cNvPr id="666" name="Google Shape;666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82E8488-F5DB-4844-A1E3-935D01C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23" y="5918013"/>
            <a:ext cx="9609000" cy="60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038"/>
              <a:buFont typeface="Noto Sans"/>
              <a:buNone/>
            </a:pP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覚えてたかな</a:t>
            </a:r>
            <a:r>
              <a:rPr sz="2566">
                <a:solidFill>
                  <a:srgbClr val="A9B8CC"/>
                </a:solidFill>
                <a:latin typeface="Noto Sans"/>
                <a:ea typeface="Noto Sans"/>
                <a:cs typeface="Noto Sans"/>
              </a:rPr>
              <a:t>？</a:t>
            </a:r>
            <a:endParaRPr sz="638"/>
          </a:p>
        </p:txBody>
      </p:sp>
      <p:sp>
        <p:nvSpPr>
          <p:cNvPr id="667" name="Google Shape;667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607CFBF-9ACE-42AC-AFB7-9ED76BD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00D9FF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8" name="Google Shape;668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D3312F1-830B-4D7F-941D-EBDC501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FF"/>
          </a:solidFill>
          <a:ln xmlns:a="http://schemas.openxmlformats.org/drawingml/2006/main" w="12700" cmpd="sng">
            <a:solidFill>
              <a:srgbClr val="00D9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9" name="Google Shape;669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EB39ED5-04E5-486E-A1B5-8F06A83A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A</a:t>
            </a:r>
            <a:endParaRPr sz="1000"/>
          </a:p>
        </p:txBody>
      </p:sp>
      <p:sp>
        <p:nvSpPr>
          <p:cNvPr id="670" name="Google Shape;67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9871BCDF-58DA-4993-BFFF-EE02EC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1517622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4D9D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1" name="Google Shape;67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C73B8599-7AE9-4AA3-B5E6-372343E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650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9D"/>
          </a:solidFill>
          <a:ln xmlns:a="http://schemas.openxmlformats.org/drawingml/2006/main" w="12700" cmpd="sng">
            <a:solidFill>
              <a:srgbClr val="FF4D9D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2" name="Google Shape;672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7E21DCA-0993-496D-8369-96A39B6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5421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B</a:t>
            </a:r>
            <a:endParaRPr sz="1000"/>
          </a:p>
        </p:txBody>
      </p:sp>
      <p:sp>
        <p:nvSpPr>
          <p:cNvPr id="673" name="Google Shape;673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258E6D6-D976-42BC-92D3-71BF521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FFD65A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4" name="Google Shape;674;g3fb0303ed91_0_687">
            <a:extLst xmlns:a="http://schemas.openxmlformats.org/drawingml/2006/main">
              <a:ext uri="{FF2B5EF4-FFF2-40B4-BE49-F238E27FC236}">
                <a16:creationId xmlns:a16="http://schemas.microsoft.com/office/drawing/2014/main" id="{C92D3020-46FA-4FF0-BD46-63FEB90D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5A"/>
          </a:solidFill>
          <a:ln xmlns:a="http://schemas.openxmlformats.org/drawingml/2006/main" w="12700" cmpd="sng">
            <a:solidFill>
              <a:srgbClr val="FFD65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5" name="Google Shape;675;g3fb0303ed91_0_687">
            <a:extLst xmlns:a="http://schemas.openxmlformats.org/drawingml/2006/main">
              <a:ext uri="{FF2B5EF4-FFF2-40B4-BE49-F238E27FC236}">
                <a16:creationId xmlns:a16="http://schemas.microsoft.com/office/drawing/2014/main" id="{66E5055A-113F-4D03-97BB-E683910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</a:t>
            </a:r>
            <a:endParaRPr sz="1000"/>
          </a:p>
        </p:txBody>
      </p:sp>
      <p:sp>
        <p:nvSpPr>
          <p:cNvPr id="676" name="Google Shape;676;g3fb0303ed91_0_687">
            <a:extLst xmlns:a="http://schemas.openxmlformats.org/drawingml/2006/main">
              <a:ext uri="{FF2B5EF4-FFF2-40B4-BE49-F238E27FC236}">
                <a16:creationId xmlns:a16="http://schemas.microsoft.com/office/drawing/2014/main" id="{078E78A5-9B14-463F-844A-2E62492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50" y="3781194"/>
            <a:ext cx="5074800" cy="1924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15225" cmpd="sng">
            <a:solidFill>
              <a:srgbClr val="4DE3A3">
                <a:alpha val="902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7" name="Google Shape;677;g3fb0303ed91_0_687">
            <a:extLst xmlns:a="http://schemas.openxmlformats.org/drawingml/2006/main">
              <a:ext uri="{FF2B5EF4-FFF2-40B4-BE49-F238E27FC236}">
                <a16:creationId xmlns:a16="http://schemas.microsoft.com/office/drawing/2014/main" id="{22179EB6-9FB4-4720-87BA-D508D3E8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95344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E3A3"/>
          </a:solidFill>
          <a:ln xmlns:a="http://schemas.openxmlformats.org/drawingml/2006/main" w="12700" cmpd="sng">
            <a:solidFill>
              <a:srgbClr val="4DE3A3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8" name="Google Shape;678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8E71DAE-8174-4F4A-969E-315F5344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130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D</a:t>
            </a:r>
            <a:endParaRPr sz="1000"/>
          </a:p>
        </p:txBody>
      </p:sp>
      <p:sp>
        <p:nvSpPr>
          <p:cNvPr id="679" name="Google Shape;679;g3fb0303ed91_0_687">
            <a:extLst xmlns:a="http://schemas.openxmlformats.org/drawingml/2006/main">
              <a:ext uri="{FF2B5EF4-FFF2-40B4-BE49-F238E27FC236}">
                <a16:creationId xmlns:a16="http://schemas.microsoft.com/office/drawing/2014/main" id="{4653C77F-E436-4109-942F-C330DD5A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20860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〜今年のクイズはいつもと違う〜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0" name="Google Shape;680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1DEA994-831F-4F11-BAF0-2398C10F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201140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〜今年のクイズは一味違う〜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1" name="Google Shape;681;g3fb0303ed91_0_687">
            <a:extLst xmlns:a="http://schemas.openxmlformats.org/drawingml/2006/main">
              <a:ext uri="{FF2B5EF4-FFF2-40B4-BE49-F238E27FC236}">
                <a16:creationId xmlns:a16="http://schemas.microsoft.com/office/drawing/2014/main" id="{84E144B9-3EA4-43E0-91C7-0F74FBE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〜6回目の誕生日〜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82" name="Google Shape;682;g3fb0303ed91_0_687">
            <a:extLst xmlns:a="http://schemas.openxmlformats.org/drawingml/2006/main">
              <a:ext uri="{FF2B5EF4-FFF2-40B4-BE49-F238E27FC236}">
                <a16:creationId xmlns:a16="http://schemas.microsoft.com/office/drawing/2014/main" id="{50F73D73-F669-4B36-815F-026E895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0" y="4270250"/>
            <a:ext cx="4824600" cy="12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500"/>
              <a:buFont typeface="Noto Sans"/>
              <a:buNone/>
            </a:pPr>
            <a:r>
              <a:rPr sz="3000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SHOKO'S BIRTHDAY QUIZ 2026 〜今年は何かが違う〜</a:t>
            </a:r>
            <a:endParaRPr sz="3000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79188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8" name="Google Shape;688;p27">
            <a:extLst xmlns:a="http://schemas.openxmlformats.org/drawingml/2006/main">
              <a:ext uri="{FF2B5EF4-FFF2-40B4-BE49-F238E27FC236}">
                <a16:creationId xmlns:a16="http://schemas.microsoft.com/office/drawing/2014/main" id="{BC047127-1CF7-485A-87FC-68FF65D3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9" name="Google Shape;689;p27">
            <a:extLst xmlns:a="http://schemas.openxmlformats.org/drawingml/2006/main">
              <a:ext uri="{FF2B5EF4-FFF2-40B4-BE49-F238E27FC236}">
                <a16:creationId xmlns:a16="http://schemas.microsoft.com/office/drawing/2014/main" id="{5A736136-C394-4696-BC77-610BABC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RESULT</a:t>
            </a:r>
            <a:endParaRPr sz="1000"/>
          </a:p>
        </p:txBody>
      </p:sp>
      <p:sp>
        <p:nvSpPr>
          <p:cNvPr id="690" name="Google Shape;690;p27">
            <a:extLst xmlns:a="http://schemas.openxmlformats.org/drawingml/2006/main">
              <a:ext uri="{FF2B5EF4-FFF2-40B4-BE49-F238E27FC236}">
                <a16:creationId xmlns:a16="http://schemas.microsoft.com/office/drawing/2014/main" id="{0ACC943B-070F-4A41-A61A-13C2A114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FINAL RESULT</a:t>
            </a:r>
            <a:endParaRPr sz="1000"/>
          </a:p>
        </p:txBody>
      </p:sp>
      <p:sp>
        <p:nvSpPr>
          <p:cNvPr id="691" name="Google Shape;691;p27">
            <a:extLst xmlns:a="http://schemas.openxmlformats.org/drawingml/2006/main">
              <a:ext uri="{FF2B5EF4-FFF2-40B4-BE49-F238E27FC236}">
                <a16:creationId xmlns:a16="http://schemas.microsoft.com/office/drawing/2014/main" id="{EB318C67-9516-4E9B-8966-6A9E34B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76900"/>
            <a:ext cx="7429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2400"/>
              <a:buFont typeface="Noto Sans"/>
              <a:buNone/>
            </a:pPr>
            <a:r>
              <a:rPr sz="43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終了！！</a:t>
            </a:r>
            <a:endParaRPr sz="3700"/>
          </a:p>
        </p:txBody>
      </p:sp>
      <p:sp>
        <p:nvSpPr>
          <p:cNvPr id="692" name="Google Shape;692;p27">
            <a:extLst xmlns:a="http://schemas.openxmlformats.org/drawingml/2006/main">
              <a:ext uri="{FF2B5EF4-FFF2-40B4-BE49-F238E27FC236}">
                <a16:creationId xmlns:a16="http://schemas.microsoft.com/office/drawing/2014/main" id="{1712FAD1-E26A-4054-8301-F39373D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9334500" cy="7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今年のクイズはどうだったかな？</a:t>
            </a:r>
            <a:endParaRPr sz="3000" b="1">
              <a:solidFill>
                <a:srgbClr val="F7FAFF"/>
              </a:solidFill>
              <a:latin typeface="Noto Sans"/>
              <a:ea typeface="Noto Sans"/>
              <a:cs typeface="Noto Sans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800"/>
              <a:buFont typeface="Noto Sans"/>
              <a:buNone/>
            </a:pPr>
            <a:r>
              <a:rPr sz="3000" b="1">
                <a:solidFill>
                  <a:srgbClr val="F7FAFF"/>
                </a:solidFill>
                <a:latin typeface="Noto Sans"/>
                <a:ea typeface="Noto Sans"/>
                <a:cs typeface="Noto Sans"/>
              </a:rPr>
              <a:t>正解数に応じて、今年もスペシャルな賞品をGET！</a:t>
            </a:r>
            <a:endParaRPr sz="1800"/>
          </a:p>
        </p:txBody>
      </p:sp>
      <p:sp>
        <p:nvSpPr>
          <p:cNvPr id="693" name="Google Shape;693;p27">
            <a:extLst xmlns:a="http://schemas.openxmlformats.org/drawingml/2006/main">
              <a:ext uri="{FF2B5EF4-FFF2-40B4-BE49-F238E27FC236}">
                <a16:creationId xmlns:a16="http://schemas.microsoft.com/office/drawing/2014/main" id="{E19CB5F1-ACFA-43DD-8520-248EB8A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5257800"/>
            <a:ext cx="448056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D65A"/>
          </a:solidFill>
          <a:ln xmlns:a="http://schemas.openxmlformats.org/drawingml/2006/main" w="10150" cmpd="sng">
            <a:solidFill>
              <a:srgbClr val="FFD65A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4" name="Google Shape;694;p27">
            <a:extLst xmlns:a="http://schemas.openxmlformats.org/drawingml/2006/main">
              <a:ext uri="{FF2B5EF4-FFF2-40B4-BE49-F238E27FC236}">
                <a16:creationId xmlns:a16="http://schemas.microsoft.com/office/drawing/2014/main" id="{EBEDE449-1D2E-4F56-BAA5-5F1DF73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2000"/>
              <a:buFont typeface="Arial"/>
              <a:buNone/>
            </a:pPr>
            <a:r>
              <a:rPr sz="3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CONGRATULATIONS!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6058019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0" name="Google Shape;700;p28">
            <a:extLst xmlns:a="http://schemas.openxmlformats.org/drawingml/2006/main">
              <a:ext uri="{FF2B5EF4-FFF2-40B4-BE49-F238E27FC236}">
                <a16:creationId xmlns:a16="http://schemas.microsoft.com/office/drawing/2014/main" id="{68C74339-559D-4185-B3F9-A274F1B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D9FF">
              <a:alpha val="96078"/>
            </a:srgbClr>
          </a:solidFill>
          <a:ln xmlns:a="http://schemas.openxmlformats.org/drawingml/2006/main" w="10150" cmpd="sng">
            <a:solidFill>
              <a:srgbClr val="00D9FF">
                <a:alpha val="90196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28">
            <a:extLst xmlns:a="http://schemas.openxmlformats.org/drawingml/2006/main">
              <a:ext uri="{FF2B5EF4-FFF2-40B4-BE49-F238E27FC236}">
                <a16:creationId xmlns:a16="http://schemas.microsoft.com/office/drawing/2014/main" id="{0D8C0D0A-747B-48AE-B4F0-018A18E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38328"/>
            <a:ext cx="8686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0A16"/>
              </a:buClr>
              <a:buSzPts val="1000"/>
              <a:buFont typeface="Arial"/>
              <a:buNone/>
            </a:pPr>
            <a:r>
              <a:rPr sz="1000" b="1">
                <a:solidFill>
                  <a:srgbClr val="050A16"/>
                </a:solidFill>
                <a:latin typeface="Arial"/>
                <a:ea typeface="Arial"/>
                <a:cs typeface="Arial"/>
              </a:rPr>
              <a:t>FINISH</a:t>
            </a:r>
            <a:endParaRPr sz="1000"/>
          </a:p>
        </p:txBody>
      </p:sp>
      <p:sp>
        <p:nvSpPr>
          <p:cNvPr id="702" name="Google Shape;702;p28">
            <a:extLst xmlns:a="http://schemas.openxmlformats.org/drawingml/2006/main">
              <a:ext uri="{FF2B5EF4-FFF2-40B4-BE49-F238E27FC236}">
                <a16:creationId xmlns:a16="http://schemas.microsoft.com/office/drawing/2014/main" id="{DB7D7615-608F-4413-BD82-57E8B5E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"/>
            <a:ext cx="6035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000"/>
              <a:buFont typeface="Arial"/>
              <a:buNone/>
            </a:pPr>
            <a:r>
              <a:rPr sz="10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 MESSAGE FOR YOU</a:t>
            </a:r>
            <a:endParaRPr sz="1000"/>
          </a:p>
        </p:txBody>
      </p:sp>
      <p:sp>
        <p:nvSpPr>
          <p:cNvPr id="703" name="Google Shape;703;p28">
            <a:extLst xmlns:a="http://schemas.openxmlformats.org/drawingml/2006/main">
              <a:ext uri="{FF2B5EF4-FFF2-40B4-BE49-F238E27FC236}">
                <a16:creationId xmlns:a16="http://schemas.microsoft.com/office/drawing/2014/main" id="{11E2F499-5DD9-44C6-8012-E01FA23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75" y="4683450"/>
            <a:ext cx="9906000" cy="16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今年も一緒にお祝いできて、本当にうれしいです。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いつもそばにいてくれて、本当にありがとう！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600"/>
              <a:buFont typeface="Noto Sans"/>
              <a:buNone/>
            </a:pP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これからの一年も、</a:t>
            </a:r>
            <a:r>
              <a:rPr sz="3000">
                <a:solidFill>
                  <a:schemeClr val="lt1"/>
                </a:solidFill>
                <a:latin typeface="Noto Sans"/>
                <a:ea typeface="Noto Sans"/>
                <a:cs typeface="Noto Sans"/>
              </a:rPr>
              <a:t>楽しい思い出をたくさん作ろうね！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09" name="Google Shape;704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e342c599644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925" y="1166650"/>
            <a:ext cx="4228137" cy="31711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641141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2026-09-02T14:59:51.4710000Z</dcterms:created>
  <dcterms:modified xsi:type="dcterms:W3CDTF">2026-09-02T14:59:51.4710000Z</dcterms:modified>
</coreProperties>
</file>