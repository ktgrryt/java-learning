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6858000" cx="12192000"/>
  <p:notesSz cx="6858000" cy="9144000"/>
  <p:embeddedFontLst>
    <p:embeddedFont>
      <p:font typeface="Noto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iIsIelXiwLfFGTkRObd71abN2g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NotoSans-regular.fnt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NotoSans-italic.fntdata"/><Relationship Id="rId12" Type="http://schemas.openxmlformats.org/officeDocument/2006/relationships/slide" Target="slides/slide8.xml"/><Relationship Id="rId34" Type="http://schemas.openxmlformats.org/officeDocument/2006/relationships/font" Target="fonts/NotoSans-bold.fntdata"/><Relationship Id="rId15" Type="http://schemas.openxmlformats.org/officeDocument/2006/relationships/slide" Target="slides/slide11.xml"/><Relationship Id="rId37" Type="http://customschemas.google.com/relationships/presentationmetadata" Target="metadata"/><Relationship Id="rId14" Type="http://schemas.openxmlformats.org/officeDocument/2006/relationships/slide" Target="slides/slide10.xml"/><Relationship Id="rId36" Type="http://schemas.openxmlformats.org/officeDocument/2006/relationships/font" Target="fonts/NotoSans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5" name="Google Shape;3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f8adf60a0c_0_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g3f8adf60a0c_0_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2" name="Google Shape;42;g3f8adf60a0c_0_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3" name="Google Shape;7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8adf60a0c_0_15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g3f8adf60a0c_0_15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26" name="Google Shape;126;g3f8adf60a0c_0_15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8adf60a0c_0_18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g3f8adf60a0c_0_18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51" name="Google Shape;151;g3f8adf60a0c_0_18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8adf60a0c_0_2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g3f8adf60a0c_0_2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79" name="Google Shape;179;g3f8adf60a0c_0_2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8adf60a0c_0_2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g3f8adf60a0c_0_2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05" name="Google Shape;205;g3f8adf60a0c_0_2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b0303ed91_0_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g3fb0303ed91_0_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34" name="Google Shape;234;g3fb0303ed91_0_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b0303ed91_0_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g3fb0303ed91_0_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67" name="Google Shape;267;g3fb0303ed91_0_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b0303ed91_0_1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g3fb0303ed91_0_1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96" name="Google Shape;296;g3fb0303ed91_0_1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b0303ed91_0_1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g3fb0303ed91_0_1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22" name="Google Shape;322;g3fb0303ed91_0_1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b0303ed91_0_17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0" name="Google Shape;350;g3fb0303ed91_0_17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51" name="Google Shape;351;g3fb0303ed91_0_17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b0303ed91_0_19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g3fb0303ed91_0_19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77" name="Google Shape;377;g3fb0303ed91_0_19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b0303ed91_0_24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5" name="Google Shape;405;g3fb0303ed91_0_24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06" name="Google Shape;406;g3fb0303ed91_0_24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b0303ed91_0_27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1" name="Google Shape;431;g3fb0303ed91_0_27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32" name="Google Shape;432;g3fb0303ed91_0_27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fb0303ed91_0_3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0" name="Google Shape;460;g3fb0303ed91_0_3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61" name="Google Shape;461;g3fb0303ed91_0_3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b0303ed91_0_3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6" name="Google Shape;486;g3fb0303ed91_0_3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87" name="Google Shape;487;g3fb0303ed91_0_3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fb0303ed91_0_4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5" name="Google Shape;515;g3fb0303ed91_0_4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16" name="Google Shape;516;g3fb0303ed91_0_4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fb0303ed91_0_48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1" name="Google Shape;541;g3fb0303ed91_0_48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42" name="Google Shape;542;g3fb0303ed91_0_48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fb0303ed91_0_5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1" name="Google Shape;571;g3fb0303ed91_0_5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72" name="Google Shape;572;g3fb0303ed91_0_5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fb0303ed91_0_55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0" name="Google Shape;600;g3fb0303ed91_0_55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01" name="Google Shape;601;g3fb0303ed91_0_55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fb0303ed91_0_65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2" name="Google Shape;632;g3fb0303ed91_0_65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33" name="Google Shape;633;g3fb0303ed91_0_65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fb0303ed91_0_68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7" name="Google Shape;657;g3fb0303ed91_0_68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58" name="Google Shape;658;g3fb0303ed91_0_68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5" name="Google Shape;685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86" name="Google Shape;686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7" name="Google Shape;697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98" name="Google Shape;698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050A16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30"/>
          <p:cNvCxnSpPr/>
          <p:nvPr/>
        </p:nvCxnSpPr>
        <p:spPr>
          <a:xfrm>
            <a:off x="320040" y="146304"/>
            <a:ext cx="11548872" cy="0"/>
          </a:xfrm>
          <a:prstGeom prst="straightConnector1">
            <a:avLst/>
          </a:prstGeom>
          <a:noFill/>
          <a:ln cap="flat" cmpd="sng" w="15225">
            <a:solidFill>
              <a:srgbClr val="00D9F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30"/>
          <p:cNvCxnSpPr/>
          <p:nvPr/>
        </p:nvCxnSpPr>
        <p:spPr>
          <a:xfrm>
            <a:off x="320040" y="6656832"/>
            <a:ext cx="11548872" cy="0"/>
          </a:xfrm>
          <a:prstGeom prst="straightConnector1">
            <a:avLst/>
          </a:prstGeom>
          <a:noFill/>
          <a:ln cap="flat" cmpd="sng" w="15225">
            <a:solidFill>
              <a:srgbClr val="FFD65A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" name="Google Shape;14;p30"/>
          <p:cNvSpPr txBox="1"/>
          <p:nvPr>
            <p:ph idx="12" type="sldNum"/>
          </p:nvPr>
        </p:nvSpPr>
        <p:spPr>
          <a:xfrm>
            <a:off x="11247120" y="647395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b="0" sz="700">
                <a:solidFill>
                  <a:srgbClr val="8291A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b="0" sz="700">
                <a:solidFill>
                  <a:srgbClr val="8291A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b="0" sz="700">
                <a:solidFill>
                  <a:srgbClr val="8291A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b="0" sz="700">
                <a:solidFill>
                  <a:srgbClr val="8291A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b="0" sz="700">
                <a:solidFill>
                  <a:srgbClr val="8291A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b="0" sz="700">
                <a:solidFill>
                  <a:srgbClr val="8291A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b="0" sz="700">
                <a:solidFill>
                  <a:srgbClr val="8291A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b="0" sz="700">
                <a:solidFill>
                  <a:srgbClr val="8291A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b="0" sz="700">
                <a:solidFill>
                  <a:srgbClr val="8291A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idx="12" type="sldNum"/>
          </p:nvPr>
        </p:nvSpPr>
        <p:spPr>
          <a:xfrm>
            <a:off x="11247120" y="647395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b="0" sz="700">
                <a:solidFill>
                  <a:srgbClr val="8291A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b="0" sz="700">
                <a:solidFill>
                  <a:srgbClr val="8291A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b="0" sz="700">
                <a:solidFill>
                  <a:srgbClr val="8291A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b="0" sz="700">
                <a:solidFill>
                  <a:srgbClr val="8291A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b="0" sz="700">
                <a:solidFill>
                  <a:srgbClr val="8291A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b="0" sz="700">
                <a:solidFill>
                  <a:srgbClr val="8291A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b="0" sz="700">
                <a:solidFill>
                  <a:srgbClr val="8291A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b="0" sz="700">
                <a:solidFill>
                  <a:srgbClr val="8291A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b="0" sz="700">
                <a:solidFill>
                  <a:srgbClr val="8291A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gif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PsujAdQPqviqToMEs8CkTyCdlEGLpQNo/view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gif"/><Relationship Id="rId4" Type="http://schemas.openxmlformats.org/officeDocument/2006/relationships/image" Target="../media/image19.jpg"/><Relationship Id="rId5" Type="http://schemas.openxmlformats.org/officeDocument/2006/relationships/image" Target="../media/image16.jpg"/><Relationship Id="rId6" Type="http://schemas.openxmlformats.org/officeDocument/2006/relationships/image" Target="../media/image12.jpg"/><Relationship Id="rId7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gif"/><Relationship Id="rId4" Type="http://schemas.openxmlformats.org/officeDocument/2006/relationships/image" Target="../media/image2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gif"/><Relationship Id="rId4" Type="http://schemas.openxmlformats.org/officeDocument/2006/relationships/image" Target="../media/image2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gif"/><Relationship Id="rId4" Type="http://schemas.openxmlformats.org/officeDocument/2006/relationships/image" Target="../media/image2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gif"/><Relationship Id="rId4" Type="http://schemas.openxmlformats.org/officeDocument/2006/relationships/image" Target="../media/image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gif"/><Relationship Id="rId4" Type="http://schemas.openxmlformats.org/officeDocument/2006/relationships/image" Target="../media/image1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jpg"/><Relationship Id="rId4" Type="http://schemas.openxmlformats.org/officeDocument/2006/relationships/image" Target="../media/image1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gif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24.jpg"/><Relationship Id="rId7" Type="http://schemas.openxmlformats.org/officeDocument/2006/relationships/image" Target="../media/image2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24.jpg"/><Relationship Id="rId6" Type="http://schemas.openxmlformats.org/officeDocument/2006/relationships/image" Target="../media/image2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gif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6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2214790" y="2047925"/>
            <a:ext cx="78234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600"/>
              <a:buFont typeface="Arial"/>
              <a:buNone/>
            </a:pPr>
            <a:r>
              <a:rPr b="1" lang="en-US" sz="6400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SHOKO'S BIRTHDAY</a:t>
            </a:r>
            <a:endParaRPr sz="6400"/>
          </a:p>
        </p:txBody>
      </p:sp>
      <p:sp>
        <p:nvSpPr>
          <p:cNvPr id="22" name="Google Shape;22;p1"/>
          <p:cNvSpPr/>
          <p:nvPr/>
        </p:nvSpPr>
        <p:spPr>
          <a:xfrm>
            <a:off x="4358633" y="3922770"/>
            <a:ext cx="3474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sz="3400"/>
          </a:p>
        </p:txBody>
      </p:sp>
      <p:sp>
        <p:nvSpPr>
          <p:cNvPr id="23" name="Google Shape;23;p1"/>
          <p:cNvSpPr/>
          <p:nvPr/>
        </p:nvSpPr>
        <p:spPr>
          <a:xfrm>
            <a:off x="2476500" y="4743450"/>
            <a:ext cx="723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A"/>
              </a:buClr>
              <a:buSzPts val="1300"/>
              <a:buFont typeface="Noto Sans"/>
              <a:buNone/>
            </a:pPr>
            <a:r>
              <a:rPr b="1" lang="en-US" sz="3000">
                <a:solidFill>
                  <a:srgbClr val="FFD65A"/>
                </a:solidFill>
                <a:latin typeface="Noto Sans"/>
                <a:ea typeface="Noto Sans"/>
                <a:cs typeface="Noto Sans"/>
                <a:sym typeface="Noto Sans"/>
              </a:rPr>
              <a:t>〜</a:t>
            </a:r>
            <a:r>
              <a:rPr b="1" lang="en-US" sz="3000">
                <a:solidFill>
                  <a:srgbClr val="FFD65A"/>
                </a:solidFill>
                <a:latin typeface="Noto Sans"/>
                <a:ea typeface="Noto Sans"/>
                <a:cs typeface="Noto Sans"/>
                <a:sym typeface="Noto Sans"/>
              </a:rPr>
              <a:t>祝・6回目の誕生日</a:t>
            </a:r>
            <a:r>
              <a:rPr b="1" lang="en-US" sz="3000">
                <a:solidFill>
                  <a:srgbClr val="FFD65A"/>
                </a:solidFill>
                <a:latin typeface="Noto Sans"/>
                <a:ea typeface="Noto Sans"/>
                <a:cs typeface="Noto Sans"/>
                <a:sym typeface="Noto Sans"/>
              </a:rPr>
              <a:t>〜</a:t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1143000" y="1666875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5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しょうこさん、お誕生日おめでとう！</a:t>
            </a:r>
            <a:endParaRPr sz="2500"/>
          </a:p>
        </p:txBody>
      </p:sp>
      <p:sp>
        <p:nvSpPr>
          <p:cNvPr id="30" name="Google Shape;30;p2"/>
          <p:cNvSpPr/>
          <p:nvPr/>
        </p:nvSpPr>
        <p:spPr>
          <a:xfrm>
            <a:off x="1143000" y="2963700"/>
            <a:ext cx="9906000" cy="12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600"/>
              <a:buFont typeface="Noto Sans"/>
              <a:buNone/>
            </a:pPr>
            <a:r>
              <a:rPr lang="en-US" sz="3000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今年もこの日を一緒に迎えられてうれしいです。</a:t>
            </a:r>
            <a:endParaRPr sz="1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600"/>
              <a:buFont typeface="Noto Sans"/>
              <a:buNone/>
            </a:pPr>
            <a:r>
              <a:rPr lang="en-US" sz="3000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いつも</a:t>
            </a:r>
            <a:r>
              <a:rPr lang="en-US" sz="3000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一緒にいて</a:t>
            </a:r>
            <a:r>
              <a:rPr lang="en-US" sz="3000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くれて、本当にありがとう。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600"/>
              <a:buFont typeface="Noto Sans"/>
              <a:buNone/>
            </a:pPr>
            <a:r>
              <a:t/>
            </a:r>
            <a:endParaRPr sz="1600"/>
          </a:p>
        </p:txBody>
      </p:sp>
      <p:sp>
        <p:nvSpPr>
          <p:cNvPr id="31" name="Google Shape;31;p2"/>
          <p:cNvSpPr txBox="1"/>
          <p:nvPr/>
        </p:nvSpPr>
        <p:spPr>
          <a:xfrm>
            <a:off x="1143000" y="4128163"/>
            <a:ext cx="1010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今年も、しょうこのため</a:t>
            </a:r>
            <a:r>
              <a:rPr lang="en-US" sz="3000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にいつものアレ</a:t>
            </a:r>
            <a:r>
              <a:rPr lang="en-US" sz="3000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を用意しました！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6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"/>
          <p:cNvSpPr/>
          <p:nvPr/>
        </p:nvSpPr>
        <p:spPr>
          <a:xfrm>
            <a:off x="1687400" y="1988700"/>
            <a:ext cx="9054900" cy="28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600"/>
              <a:buFont typeface="Arial"/>
              <a:buNone/>
            </a:pPr>
            <a:r>
              <a:rPr b="1" lang="en-US" sz="5400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SHOKO'S BIRTHDAY QUIZ 2026</a:t>
            </a:r>
            <a:endParaRPr b="1" sz="5400">
              <a:solidFill>
                <a:srgbClr val="00D9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600"/>
              <a:buFont typeface="Arial"/>
              <a:buNone/>
            </a:pPr>
            <a:r>
              <a:rPr b="1" lang="en-US" sz="5400">
                <a:solidFill>
                  <a:srgbClr val="00D9FF"/>
                </a:solidFill>
              </a:rPr>
              <a:t>〜今年のクイズは一味違う〜</a:t>
            </a:r>
            <a:endParaRPr b="1" sz="5400">
              <a:solidFill>
                <a:srgbClr val="00D9FF"/>
              </a:solidFill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2125988" y="1031225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A"/>
              </a:buClr>
              <a:buSzPts val="1300"/>
              <a:buFont typeface="Noto Sans"/>
              <a:buNone/>
            </a:pPr>
            <a:r>
              <a:rPr b="1" lang="en-US" sz="3000">
                <a:solidFill>
                  <a:srgbClr val="FFD65A"/>
                </a:solidFill>
                <a:latin typeface="Noto Sans"/>
                <a:ea typeface="Noto Sans"/>
                <a:cs typeface="Noto Sans"/>
                <a:sym typeface="Noto Sans"/>
              </a:rPr>
              <a:t>今年のスペシャル企画、題して…</a:t>
            </a:r>
            <a:endParaRPr sz="1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adf60a0c_0_4"/>
          <p:cNvSpPr/>
          <p:nvPr/>
        </p:nvSpPr>
        <p:spPr>
          <a:xfrm>
            <a:off x="530352" y="338328"/>
            <a:ext cx="868800" cy="347400"/>
          </a:xfrm>
          <a:prstGeom prst="roundRect">
            <a:avLst>
              <a:gd fmla="val 21053" name="adj"/>
            </a:avLst>
          </a:prstGeom>
          <a:solidFill>
            <a:srgbClr val="00D9FF">
              <a:alpha val="96080"/>
            </a:srgbClr>
          </a:solidFill>
          <a:ln cap="flat" cmpd="sng" w="10150">
            <a:solidFill>
              <a:srgbClr val="00D9FF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5" name="Google Shape;45;g3f8adf60a0c_0_4"/>
          <p:cNvSpPr/>
          <p:nvPr/>
        </p:nvSpPr>
        <p:spPr>
          <a:xfrm>
            <a:off x="530352" y="338328"/>
            <a:ext cx="86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RULES</a:t>
            </a:r>
            <a:endParaRPr sz="1000"/>
          </a:p>
        </p:txBody>
      </p:sp>
      <p:sp>
        <p:nvSpPr>
          <p:cNvPr id="46" name="Google Shape;46;g3f8adf60a0c_0_4"/>
          <p:cNvSpPr/>
          <p:nvPr/>
        </p:nvSpPr>
        <p:spPr>
          <a:xfrm>
            <a:off x="1572768" y="320040"/>
            <a:ext cx="603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HOW TO PLAY</a:t>
            </a:r>
            <a:endParaRPr sz="1000"/>
          </a:p>
        </p:txBody>
      </p:sp>
      <p:sp>
        <p:nvSpPr>
          <p:cNvPr id="47" name="Google Shape;47;g3f8adf60a0c_0_4"/>
          <p:cNvSpPr/>
          <p:nvPr/>
        </p:nvSpPr>
        <p:spPr>
          <a:xfrm>
            <a:off x="762000" y="762000"/>
            <a:ext cx="10668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200"/>
              <a:buFont typeface="Noto Sans"/>
              <a:buNone/>
            </a:pPr>
            <a:r>
              <a:rPr lang="en-US" sz="3000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今年</a:t>
            </a:r>
            <a:r>
              <a:rPr lang="en-US" sz="3000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のルールを発表します！</a:t>
            </a:r>
            <a:endParaRPr sz="1200"/>
          </a:p>
        </p:txBody>
      </p:sp>
      <p:sp>
        <p:nvSpPr>
          <p:cNvPr id="48" name="Google Shape;48;g3f8adf60a0c_0_4"/>
          <p:cNvSpPr/>
          <p:nvPr/>
        </p:nvSpPr>
        <p:spPr>
          <a:xfrm>
            <a:off x="585216" y="1417320"/>
            <a:ext cx="2496300" cy="3355800"/>
          </a:xfrm>
          <a:prstGeom prst="roundRect">
            <a:avLst>
              <a:gd fmla="val 4396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9" name="Google Shape;49;g3f8adf60a0c_0_4"/>
          <p:cNvSpPr/>
          <p:nvPr/>
        </p:nvSpPr>
        <p:spPr>
          <a:xfrm>
            <a:off x="749808" y="1524000"/>
            <a:ext cx="685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2000"/>
              <a:buFont typeface="Arial"/>
              <a:buNone/>
            </a:pPr>
            <a:r>
              <a:rPr b="1" lang="en-US" sz="3000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000"/>
          </a:p>
        </p:txBody>
      </p:sp>
      <p:sp>
        <p:nvSpPr>
          <p:cNvPr id="50" name="Google Shape;50;g3f8adf60a0c_0_4"/>
          <p:cNvSpPr/>
          <p:nvPr/>
        </p:nvSpPr>
        <p:spPr>
          <a:xfrm>
            <a:off x="683133" y="2047875"/>
            <a:ext cx="2286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6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4択 × 10問</a:t>
            </a:r>
            <a:endParaRPr sz="1600"/>
          </a:p>
        </p:txBody>
      </p:sp>
      <p:cxnSp>
        <p:nvCxnSpPr>
          <p:cNvPr id="51" name="Google Shape;51;g3f8adf60a0c_0_4"/>
          <p:cNvCxnSpPr/>
          <p:nvPr/>
        </p:nvCxnSpPr>
        <p:spPr>
          <a:xfrm>
            <a:off x="749808" y="2660904"/>
            <a:ext cx="2039100" cy="0"/>
          </a:xfrm>
          <a:prstGeom prst="straightConnector1">
            <a:avLst/>
          </a:prstGeom>
          <a:noFill/>
          <a:ln cap="flat" cmpd="sng" w="15225">
            <a:solidFill>
              <a:srgbClr val="00D9FF">
                <a:alpha val="5804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g3f8adf60a0c_0_4"/>
          <p:cNvSpPr/>
          <p:nvPr/>
        </p:nvSpPr>
        <p:spPr>
          <a:xfrm>
            <a:off x="683133" y="2667000"/>
            <a:ext cx="2286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lang="en-US" sz="3000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全10問。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lang="en-US" sz="3000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4択から答えてね！</a:t>
            </a:r>
            <a:endParaRPr sz="1100"/>
          </a:p>
        </p:txBody>
      </p:sp>
      <p:sp>
        <p:nvSpPr>
          <p:cNvPr id="53" name="Google Shape;53;g3f8adf60a0c_0_4"/>
          <p:cNvSpPr/>
          <p:nvPr/>
        </p:nvSpPr>
        <p:spPr>
          <a:xfrm>
            <a:off x="3383280" y="1417320"/>
            <a:ext cx="2496300" cy="3355800"/>
          </a:xfrm>
          <a:prstGeom prst="roundRect">
            <a:avLst>
              <a:gd fmla="val 4396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4" name="Google Shape;54;g3f8adf60a0c_0_4"/>
          <p:cNvSpPr/>
          <p:nvPr/>
        </p:nvSpPr>
        <p:spPr>
          <a:xfrm>
            <a:off x="3547872" y="1524000"/>
            <a:ext cx="685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9D"/>
              </a:buClr>
              <a:buSzPts val="2000"/>
              <a:buFont typeface="Arial"/>
              <a:buNone/>
            </a:pPr>
            <a:r>
              <a:rPr b="1" lang="en-US" sz="3000">
                <a:solidFill>
                  <a:srgbClr val="FF4D9D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000"/>
          </a:p>
        </p:txBody>
      </p:sp>
      <p:sp>
        <p:nvSpPr>
          <p:cNvPr id="55" name="Google Shape;55;g3f8adf60a0c_0_4"/>
          <p:cNvSpPr/>
          <p:nvPr/>
        </p:nvSpPr>
        <p:spPr>
          <a:xfrm>
            <a:off x="3481197" y="2047875"/>
            <a:ext cx="2286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6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賞品GET</a:t>
            </a:r>
            <a:endParaRPr sz="1600"/>
          </a:p>
        </p:txBody>
      </p:sp>
      <p:cxnSp>
        <p:nvCxnSpPr>
          <p:cNvPr id="56" name="Google Shape;56;g3f8adf60a0c_0_4"/>
          <p:cNvCxnSpPr/>
          <p:nvPr/>
        </p:nvCxnSpPr>
        <p:spPr>
          <a:xfrm>
            <a:off x="3547872" y="2660904"/>
            <a:ext cx="2039100" cy="0"/>
          </a:xfrm>
          <a:prstGeom prst="straightConnector1">
            <a:avLst/>
          </a:prstGeom>
          <a:noFill/>
          <a:ln cap="flat" cmpd="sng" w="15225">
            <a:solidFill>
              <a:srgbClr val="FF4D9D">
                <a:alpha val="5804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g3f8adf60a0c_0_4"/>
          <p:cNvSpPr/>
          <p:nvPr/>
        </p:nvSpPr>
        <p:spPr>
          <a:xfrm>
            <a:off x="3481197" y="2667000"/>
            <a:ext cx="2286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lang="en-US" sz="3000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正解数で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lang="en-US" sz="3000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賞品をGET！</a:t>
            </a:r>
            <a:endParaRPr sz="3000">
              <a:solidFill>
                <a:srgbClr val="A9B8C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" name="Google Shape;58;g3f8adf60a0c_0_4"/>
          <p:cNvSpPr/>
          <p:nvPr/>
        </p:nvSpPr>
        <p:spPr>
          <a:xfrm>
            <a:off x="6181344" y="1417320"/>
            <a:ext cx="2496300" cy="3355800"/>
          </a:xfrm>
          <a:prstGeom prst="roundRect">
            <a:avLst>
              <a:gd fmla="val 4396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9" name="Google Shape;59;g3f8adf60a0c_0_4"/>
          <p:cNvSpPr/>
          <p:nvPr/>
        </p:nvSpPr>
        <p:spPr>
          <a:xfrm>
            <a:off x="6345936" y="1524000"/>
            <a:ext cx="685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A"/>
              </a:buClr>
              <a:buSzPts val="2000"/>
              <a:buFont typeface="Arial"/>
              <a:buNone/>
            </a:pPr>
            <a:r>
              <a:rPr b="1" lang="en-US" sz="3000">
                <a:solidFill>
                  <a:srgbClr val="FFD65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000"/>
          </a:p>
        </p:txBody>
      </p:sp>
      <p:sp>
        <p:nvSpPr>
          <p:cNvPr id="60" name="Google Shape;60;g3f8adf60a0c_0_4"/>
          <p:cNvSpPr/>
          <p:nvPr/>
        </p:nvSpPr>
        <p:spPr>
          <a:xfrm>
            <a:off x="6279261" y="2047875"/>
            <a:ext cx="2286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6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1問 60秒</a:t>
            </a:r>
            <a:endParaRPr sz="1600"/>
          </a:p>
        </p:txBody>
      </p:sp>
      <p:cxnSp>
        <p:nvCxnSpPr>
          <p:cNvPr id="61" name="Google Shape;61;g3f8adf60a0c_0_4"/>
          <p:cNvCxnSpPr/>
          <p:nvPr/>
        </p:nvCxnSpPr>
        <p:spPr>
          <a:xfrm>
            <a:off x="6345936" y="2660904"/>
            <a:ext cx="2039100" cy="0"/>
          </a:xfrm>
          <a:prstGeom prst="straightConnector1">
            <a:avLst/>
          </a:prstGeom>
          <a:noFill/>
          <a:ln cap="flat" cmpd="sng" w="15225">
            <a:solidFill>
              <a:srgbClr val="FFD65A">
                <a:alpha val="5804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g3f8adf60a0c_0_4"/>
          <p:cNvSpPr/>
          <p:nvPr/>
        </p:nvSpPr>
        <p:spPr>
          <a:xfrm>
            <a:off x="6279261" y="2667000"/>
            <a:ext cx="2286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lang="en-US" sz="3000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1問60秒。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lang="en-US" sz="3000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時間内に解答してね！</a:t>
            </a:r>
            <a:endParaRPr sz="3000">
              <a:solidFill>
                <a:srgbClr val="A9B8C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" name="Google Shape;63;g3f8adf60a0c_0_4"/>
          <p:cNvSpPr/>
          <p:nvPr/>
        </p:nvSpPr>
        <p:spPr>
          <a:xfrm>
            <a:off x="8979408" y="1417320"/>
            <a:ext cx="2496300" cy="3355800"/>
          </a:xfrm>
          <a:prstGeom prst="roundRect">
            <a:avLst>
              <a:gd fmla="val 4396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" name="Google Shape;64;g3f8adf60a0c_0_4"/>
          <p:cNvSpPr/>
          <p:nvPr/>
        </p:nvSpPr>
        <p:spPr>
          <a:xfrm>
            <a:off x="9144000" y="1524000"/>
            <a:ext cx="685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E3A3"/>
              </a:buClr>
              <a:buSzPts val="2000"/>
              <a:buFont typeface="Arial"/>
              <a:buNone/>
            </a:pPr>
            <a:r>
              <a:rPr b="1" lang="en-US" sz="3000">
                <a:solidFill>
                  <a:srgbClr val="4DE3A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2000"/>
          </a:p>
        </p:txBody>
      </p:sp>
      <p:sp>
        <p:nvSpPr>
          <p:cNvPr id="65" name="Google Shape;65;g3f8adf60a0c_0_4"/>
          <p:cNvSpPr/>
          <p:nvPr/>
        </p:nvSpPr>
        <p:spPr>
          <a:xfrm>
            <a:off x="9077325" y="2047875"/>
            <a:ext cx="2286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6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ヒント3つ</a:t>
            </a:r>
            <a:endParaRPr sz="1600"/>
          </a:p>
        </p:txBody>
      </p:sp>
      <p:cxnSp>
        <p:nvCxnSpPr>
          <p:cNvPr id="66" name="Google Shape;66;g3f8adf60a0c_0_4"/>
          <p:cNvCxnSpPr/>
          <p:nvPr/>
        </p:nvCxnSpPr>
        <p:spPr>
          <a:xfrm>
            <a:off x="9144000" y="2660904"/>
            <a:ext cx="2039100" cy="0"/>
          </a:xfrm>
          <a:prstGeom prst="straightConnector1">
            <a:avLst/>
          </a:prstGeom>
          <a:noFill/>
          <a:ln cap="flat" cmpd="sng" w="15225">
            <a:solidFill>
              <a:srgbClr val="4DE3A3">
                <a:alpha val="5804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g3f8adf60a0c_0_4"/>
          <p:cNvSpPr/>
          <p:nvPr/>
        </p:nvSpPr>
        <p:spPr>
          <a:xfrm>
            <a:off x="9077325" y="2667000"/>
            <a:ext cx="2286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lang="en-US" sz="3000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開始前に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lang="en-US" sz="3000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ヒントを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lang="en-US" sz="3000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3つ選ぼう！</a:t>
            </a:r>
            <a:endParaRPr sz="1100"/>
          </a:p>
        </p:txBody>
      </p:sp>
      <p:sp>
        <p:nvSpPr>
          <p:cNvPr id="68" name="Google Shape;68;g3f8adf60a0c_0_4"/>
          <p:cNvSpPr/>
          <p:nvPr/>
        </p:nvSpPr>
        <p:spPr>
          <a:xfrm>
            <a:off x="1572768" y="5212080"/>
            <a:ext cx="9052500" cy="567000"/>
          </a:xfrm>
          <a:prstGeom prst="roundRect">
            <a:avLst>
              <a:gd fmla="val 12903" name="adj"/>
            </a:avLst>
          </a:prstGeom>
          <a:solidFill>
            <a:srgbClr val="0B162A"/>
          </a:solidFill>
          <a:ln cap="flat" cmpd="sng" w="12700">
            <a:solidFill>
              <a:srgbClr val="FFD65A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9" name="Google Shape;69;g3f8adf60a0c_0_4"/>
          <p:cNvSpPr/>
          <p:nvPr/>
        </p:nvSpPr>
        <p:spPr>
          <a:xfrm>
            <a:off x="1428750" y="5202822"/>
            <a:ext cx="9334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A"/>
              </a:buClr>
              <a:buSzPts val="1200"/>
              <a:buFont typeface="Noto Sans"/>
              <a:buNone/>
            </a:pPr>
            <a:r>
              <a:rPr b="1" lang="en-US" sz="3000">
                <a:solidFill>
                  <a:srgbClr val="FFD65A"/>
                </a:solidFill>
                <a:latin typeface="Noto Sans"/>
                <a:ea typeface="Noto Sans"/>
                <a:cs typeface="Noto Sans"/>
                <a:sym typeface="Noto Sans"/>
              </a:rPr>
              <a:t>ヒント</a:t>
            </a:r>
            <a:r>
              <a:rPr b="1" lang="en-US" sz="3000">
                <a:solidFill>
                  <a:srgbClr val="FFD65A"/>
                </a:solidFill>
                <a:latin typeface="Noto Sans"/>
                <a:ea typeface="Noto Sans"/>
                <a:cs typeface="Noto Sans"/>
                <a:sym typeface="Noto Sans"/>
              </a:rPr>
              <a:t>を</a:t>
            </a:r>
            <a:r>
              <a:rPr b="1" lang="en-US" sz="3000">
                <a:solidFill>
                  <a:srgbClr val="FFD65A"/>
                </a:solidFill>
                <a:latin typeface="Noto Sans"/>
                <a:ea typeface="Noto Sans"/>
                <a:cs typeface="Noto Sans"/>
                <a:sym typeface="Noto Sans"/>
              </a:rPr>
              <a:t>使うタイミングは自由！</a:t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/>
          <p:nvPr/>
        </p:nvSpPr>
        <p:spPr>
          <a:xfrm>
            <a:off x="530352" y="338328"/>
            <a:ext cx="868680" cy="347472"/>
          </a:xfrm>
          <a:prstGeom prst="roundRect">
            <a:avLst>
              <a:gd fmla="val 21053" name="adj"/>
            </a:avLst>
          </a:prstGeom>
          <a:solidFill>
            <a:srgbClr val="00D9FF">
              <a:alpha val="96078"/>
            </a:srgbClr>
          </a:solidFill>
          <a:ln cap="flat" cmpd="sng" w="10150">
            <a:solidFill>
              <a:srgbClr val="00D9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6" name="Google Shape;76;p5"/>
          <p:cNvSpPr/>
          <p:nvPr/>
        </p:nvSpPr>
        <p:spPr>
          <a:xfrm>
            <a:off x="530352" y="338328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HINT</a:t>
            </a:r>
            <a:endParaRPr sz="1000"/>
          </a:p>
        </p:txBody>
      </p:sp>
      <p:sp>
        <p:nvSpPr>
          <p:cNvPr id="77" name="Google Shape;77;p5"/>
          <p:cNvSpPr/>
          <p:nvPr/>
        </p:nvSpPr>
        <p:spPr>
          <a:xfrm>
            <a:off x="1572768" y="320040"/>
            <a:ext cx="6035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HINT ITEMS</a:t>
            </a:r>
            <a:endParaRPr sz="1000"/>
          </a:p>
        </p:txBody>
      </p:sp>
      <p:sp>
        <p:nvSpPr>
          <p:cNvPr id="78" name="Google Shape;78;p5"/>
          <p:cNvSpPr/>
          <p:nvPr/>
        </p:nvSpPr>
        <p:spPr>
          <a:xfrm>
            <a:off x="762000" y="762000"/>
            <a:ext cx="10668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200"/>
              <a:buFont typeface="Noto Sans"/>
              <a:buNone/>
            </a:pPr>
            <a:r>
              <a:rPr lang="en-US" sz="3000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6つの中から、3つ選んでね！</a:t>
            </a:r>
            <a:endParaRPr sz="1200"/>
          </a:p>
        </p:txBody>
      </p:sp>
      <p:sp>
        <p:nvSpPr>
          <p:cNvPr id="79" name="Google Shape;79;p5"/>
          <p:cNvSpPr/>
          <p:nvPr/>
        </p:nvSpPr>
        <p:spPr>
          <a:xfrm>
            <a:off x="594360" y="1773147"/>
            <a:ext cx="3429000" cy="1773900"/>
          </a:xfrm>
          <a:prstGeom prst="roundRect">
            <a:avLst>
              <a:gd fmla="val 6186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0" name="Google Shape;80;p5"/>
          <p:cNvSpPr/>
          <p:nvPr/>
        </p:nvSpPr>
        <p:spPr>
          <a:xfrm>
            <a:off x="674985" y="2294884"/>
            <a:ext cx="713100" cy="713100"/>
          </a:xfrm>
          <a:prstGeom prst="ellipse">
            <a:avLst/>
          </a:prstGeom>
          <a:solidFill>
            <a:srgbClr val="050A16"/>
          </a:solidFill>
          <a:ln cap="flat" cmpd="sng" w="20300">
            <a:solidFill>
              <a:srgbClr val="FFE0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1" name="Google Shape;81;p5"/>
          <p:cNvSpPr/>
          <p:nvPr/>
        </p:nvSpPr>
        <p:spPr>
          <a:xfrm>
            <a:off x="674985" y="2304028"/>
            <a:ext cx="7131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062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E062"/>
                </a:solidFill>
                <a:latin typeface="Arial"/>
                <a:ea typeface="Arial"/>
                <a:cs typeface="Arial"/>
                <a:sym typeface="Arial"/>
              </a:rPr>
              <a:t>✓ / ✕</a:t>
            </a:r>
            <a:endParaRPr sz="1400"/>
          </a:p>
        </p:txBody>
      </p:sp>
      <p:sp>
        <p:nvSpPr>
          <p:cNvPr id="82" name="Google Shape;82;p5"/>
          <p:cNvSpPr/>
          <p:nvPr/>
        </p:nvSpPr>
        <p:spPr>
          <a:xfrm>
            <a:off x="1590412" y="1896210"/>
            <a:ext cx="23337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062"/>
              </a:buClr>
              <a:buSzPts val="1400"/>
              <a:buFont typeface="Arial"/>
              <a:buNone/>
            </a:pPr>
            <a:r>
              <a:rPr b="1" lang="en-US" sz="3000">
                <a:solidFill>
                  <a:srgbClr val="FFE062"/>
                </a:solidFill>
                <a:latin typeface="Arial"/>
                <a:ea typeface="Arial"/>
                <a:cs typeface="Arial"/>
                <a:sym typeface="Arial"/>
              </a:rPr>
              <a:t>YES / NO</a:t>
            </a:r>
            <a:endParaRPr sz="1400"/>
          </a:p>
        </p:txBody>
      </p:sp>
      <p:sp>
        <p:nvSpPr>
          <p:cNvPr id="83" name="Google Shape;83;p5"/>
          <p:cNvSpPr/>
          <p:nvPr/>
        </p:nvSpPr>
        <p:spPr>
          <a:xfrm>
            <a:off x="1590412" y="2420085"/>
            <a:ext cx="2333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YES / NOで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答えます</a:t>
            </a:r>
            <a:endParaRPr sz="1050"/>
          </a:p>
        </p:txBody>
      </p:sp>
      <p:sp>
        <p:nvSpPr>
          <p:cNvPr id="84" name="Google Shape;84;p5"/>
          <p:cNvSpPr/>
          <p:nvPr/>
        </p:nvSpPr>
        <p:spPr>
          <a:xfrm>
            <a:off x="4398264" y="1789940"/>
            <a:ext cx="3429000" cy="1773900"/>
          </a:xfrm>
          <a:prstGeom prst="roundRect">
            <a:avLst>
              <a:gd fmla="val 6186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5" name="Google Shape;85;p5"/>
          <p:cNvSpPr/>
          <p:nvPr/>
        </p:nvSpPr>
        <p:spPr>
          <a:xfrm>
            <a:off x="4478889" y="2294884"/>
            <a:ext cx="713100" cy="713100"/>
          </a:xfrm>
          <a:prstGeom prst="ellipse">
            <a:avLst/>
          </a:prstGeom>
          <a:solidFill>
            <a:srgbClr val="050A16"/>
          </a:solidFill>
          <a:ln cap="flat" cmpd="sng" w="20300">
            <a:solidFill>
              <a:srgbClr val="FF8F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6" name="Google Shape;86;p5"/>
          <p:cNvSpPr/>
          <p:nvPr/>
        </p:nvSpPr>
        <p:spPr>
          <a:xfrm>
            <a:off x="4478889" y="2304028"/>
            <a:ext cx="7131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FD1"/>
              </a:buClr>
              <a:buSzPts val="1400"/>
              <a:buFont typeface="Arial"/>
              <a:buNone/>
            </a:pPr>
            <a:r>
              <a:rPr b="1" lang="en-US" sz="3900">
                <a:solidFill>
                  <a:srgbClr val="FF8FD1"/>
                </a:solidFill>
              </a:rPr>
              <a:t>∞</a:t>
            </a:r>
            <a:endParaRPr sz="3900"/>
          </a:p>
        </p:txBody>
      </p:sp>
      <p:sp>
        <p:nvSpPr>
          <p:cNvPr id="87" name="Google Shape;87;p5"/>
          <p:cNvSpPr/>
          <p:nvPr/>
        </p:nvSpPr>
        <p:spPr>
          <a:xfrm>
            <a:off x="5394316" y="1896210"/>
            <a:ext cx="23337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FD1"/>
              </a:buClr>
              <a:buSzPts val="1400"/>
              <a:buFont typeface="Arial"/>
              <a:buNone/>
            </a:pPr>
            <a:r>
              <a:rPr b="1" lang="en-US" sz="3000">
                <a:solidFill>
                  <a:srgbClr val="FF8FD1"/>
                </a:solidFill>
              </a:rPr>
              <a:t>時間無限</a:t>
            </a:r>
            <a:endParaRPr sz="1400"/>
          </a:p>
        </p:txBody>
      </p:sp>
      <p:sp>
        <p:nvSpPr>
          <p:cNvPr id="88" name="Google Shape;88;p5"/>
          <p:cNvSpPr/>
          <p:nvPr/>
        </p:nvSpPr>
        <p:spPr>
          <a:xfrm>
            <a:off x="5394316" y="2420085"/>
            <a:ext cx="2333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その問題の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制限時間無限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8202168" y="1789940"/>
            <a:ext cx="3429000" cy="1773900"/>
          </a:xfrm>
          <a:prstGeom prst="roundRect">
            <a:avLst>
              <a:gd fmla="val 6186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0" name="Google Shape;90;p5"/>
          <p:cNvSpPr/>
          <p:nvPr/>
        </p:nvSpPr>
        <p:spPr>
          <a:xfrm>
            <a:off x="8282793" y="2294884"/>
            <a:ext cx="713100" cy="713100"/>
          </a:xfrm>
          <a:prstGeom prst="ellipse">
            <a:avLst/>
          </a:prstGeom>
          <a:solidFill>
            <a:srgbClr val="050A16"/>
          </a:solidFill>
          <a:ln cap="flat" cmpd="sng" w="20300">
            <a:solidFill>
              <a:srgbClr val="FF8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1" name="Google Shape;91;p5"/>
          <p:cNvSpPr/>
          <p:nvPr/>
        </p:nvSpPr>
        <p:spPr>
          <a:xfrm>
            <a:off x="8282793" y="2304028"/>
            <a:ext cx="7131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A66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FF8A66"/>
                </a:solidFill>
                <a:latin typeface="Arial"/>
                <a:ea typeface="Arial"/>
                <a:cs typeface="Arial"/>
                <a:sym typeface="Arial"/>
              </a:rPr>
              <a:t>×2</a:t>
            </a:r>
            <a:endParaRPr sz="2500"/>
          </a:p>
        </p:txBody>
      </p:sp>
      <p:sp>
        <p:nvSpPr>
          <p:cNvPr id="92" name="Google Shape;92;p5"/>
          <p:cNvSpPr/>
          <p:nvPr/>
        </p:nvSpPr>
        <p:spPr>
          <a:xfrm>
            <a:off x="9198220" y="1896210"/>
            <a:ext cx="23337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66"/>
              </a:buClr>
              <a:buSzPts val="1400"/>
              <a:buFont typeface="Arial"/>
              <a:buNone/>
            </a:pPr>
            <a:r>
              <a:rPr b="1" lang="en-US" sz="3000">
                <a:solidFill>
                  <a:srgbClr val="FF8A66"/>
                </a:solidFill>
                <a:latin typeface="Arial"/>
                <a:ea typeface="Arial"/>
                <a:cs typeface="Arial"/>
                <a:sym typeface="Arial"/>
              </a:rPr>
              <a:t>POINT ×2</a:t>
            </a:r>
            <a:endParaRPr sz="1400"/>
          </a:p>
        </p:txBody>
      </p:sp>
      <p:sp>
        <p:nvSpPr>
          <p:cNvPr id="93" name="Google Shape;93;p5"/>
          <p:cNvSpPr/>
          <p:nvPr/>
        </p:nvSpPr>
        <p:spPr>
          <a:xfrm>
            <a:off x="9198220" y="2420085"/>
            <a:ext cx="2333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時間半分で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ポイント2倍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94360" y="3921987"/>
            <a:ext cx="3429000" cy="1773900"/>
          </a:xfrm>
          <a:prstGeom prst="roundRect">
            <a:avLst>
              <a:gd fmla="val 6186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5" name="Google Shape;95;p5"/>
          <p:cNvSpPr/>
          <p:nvPr/>
        </p:nvSpPr>
        <p:spPr>
          <a:xfrm>
            <a:off x="674985" y="4443724"/>
            <a:ext cx="713100" cy="713100"/>
          </a:xfrm>
          <a:prstGeom prst="ellipse">
            <a:avLst/>
          </a:prstGeom>
          <a:solidFill>
            <a:srgbClr val="050A16"/>
          </a:solidFill>
          <a:ln cap="flat" cmpd="sng" w="20300">
            <a:solidFill>
              <a:srgbClr val="A8D6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6" name="Google Shape;96;p5"/>
          <p:cNvSpPr/>
          <p:nvPr/>
        </p:nvSpPr>
        <p:spPr>
          <a:xfrm>
            <a:off x="674985" y="4452868"/>
            <a:ext cx="7131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66D"/>
              </a:buClr>
              <a:buSzPts val="25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97" name="Google Shape;97;p5"/>
          <p:cNvSpPr/>
          <p:nvPr/>
        </p:nvSpPr>
        <p:spPr>
          <a:xfrm>
            <a:off x="1590412" y="4039335"/>
            <a:ext cx="23337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66D"/>
              </a:buClr>
              <a:buSzPts val="1400"/>
              <a:buFont typeface="Arial"/>
              <a:buNone/>
            </a:pPr>
            <a:r>
              <a:rPr b="1" lang="en-US" sz="3000">
                <a:solidFill>
                  <a:srgbClr val="A8D66D"/>
                </a:solidFill>
              </a:rPr>
              <a:t>スマホ使用権</a:t>
            </a:r>
            <a:endParaRPr sz="1400"/>
          </a:p>
        </p:txBody>
      </p:sp>
      <p:sp>
        <p:nvSpPr>
          <p:cNvPr id="98" name="Google Shape;98;p5"/>
          <p:cNvSpPr/>
          <p:nvPr/>
        </p:nvSpPr>
        <p:spPr>
          <a:xfrm>
            <a:off x="1590412" y="4563210"/>
            <a:ext cx="2333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時間内は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スマホOK</a:t>
            </a:r>
            <a:endParaRPr sz="1050"/>
          </a:p>
        </p:txBody>
      </p:sp>
      <p:sp>
        <p:nvSpPr>
          <p:cNvPr id="99" name="Google Shape;99;p5"/>
          <p:cNvSpPr/>
          <p:nvPr/>
        </p:nvSpPr>
        <p:spPr>
          <a:xfrm>
            <a:off x="4398264" y="3921987"/>
            <a:ext cx="3429000" cy="1773900"/>
          </a:xfrm>
          <a:prstGeom prst="roundRect">
            <a:avLst>
              <a:gd fmla="val 6186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0" name="Google Shape;100;p5"/>
          <p:cNvSpPr/>
          <p:nvPr/>
        </p:nvSpPr>
        <p:spPr>
          <a:xfrm>
            <a:off x="4478889" y="4443724"/>
            <a:ext cx="713100" cy="713100"/>
          </a:xfrm>
          <a:prstGeom prst="ellipse">
            <a:avLst/>
          </a:prstGeom>
          <a:solidFill>
            <a:srgbClr val="050A16"/>
          </a:solidFill>
          <a:ln cap="flat" cmpd="sng" w="20300">
            <a:solidFill>
              <a:srgbClr val="32C9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1" name="Google Shape;101;p5"/>
          <p:cNvSpPr/>
          <p:nvPr/>
        </p:nvSpPr>
        <p:spPr>
          <a:xfrm>
            <a:off x="4478889" y="4452868"/>
            <a:ext cx="7131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C9F2"/>
              </a:buClr>
              <a:buSzPts val="2500"/>
              <a:buFont typeface="Arial"/>
              <a:buNone/>
            </a:pPr>
            <a:r>
              <a:rPr b="1" lang="en-US" sz="4400">
                <a:solidFill>
                  <a:srgbClr val="32C9F2"/>
                </a:solidFill>
                <a:latin typeface="Arial"/>
                <a:ea typeface="Arial"/>
                <a:cs typeface="Arial"/>
                <a:sym typeface="Arial"/>
              </a:rPr>
              <a:t>⌕</a:t>
            </a:r>
            <a:endParaRPr sz="4400"/>
          </a:p>
        </p:txBody>
      </p:sp>
      <p:sp>
        <p:nvSpPr>
          <p:cNvPr id="102" name="Google Shape;102;p5"/>
          <p:cNvSpPr/>
          <p:nvPr/>
        </p:nvSpPr>
        <p:spPr>
          <a:xfrm>
            <a:off x="5394316" y="4039335"/>
            <a:ext cx="23337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C9F2"/>
              </a:buClr>
              <a:buSzPts val="1400"/>
              <a:buFont typeface="Arial"/>
              <a:buNone/>
            </a:pPr>
            <a:r>
              <a:rPr b="1" lang="en-US" sz="3000">
                <a:solidFill>
                  <a:srgbClr val="32C9F2"/>
                </a:solidFill>
                <a:latin typeface="Arial"/>
                <a:ea typeface="Arial"/>
                <a:cs typeface="Arial"/>
                <a:sym typeface="Arial"/>
              </a:rPr>
              <a:t>特別ヒント</a:t>
            </a:r>
            <a:endParaRPr sz="1400"/>
          </a:p>
        </p:txBody>
      </p:sp>
      <p:sp>
        <p:nvSpPr>
          <p:cNvPr id="103" name="Google Shape;103;p5"/>
          <p:cNvSpPr/>
          <p:nvPr/>
        </p:nvSpPr>
        <p:spPr>
          <a:xfrm>
            <a:off x="5394316" y="4563210"/>
            <a:ext cx="2333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りょうとから</a:t>
            </a:r>
            <a:endParaRPr sz="105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特別</a:t>
            </a: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ヒント</a:t>
            </a:r>
            <a:endParaRPr sz="1050"/>
          </a:p>
        </p:txBody>
      </p:sp>
      <p:sp>
        <p:nvSpPr>
          <p:cNvPr id="104" name="Google Shape;104;p5"/>
          <p:cNvSpPr/>
          <p:nvPr/>
        </p:nvSpPr>
        <p:spPr>
          <a:xfrm>
            <a:off x="8202168" y="3921987"/>
            <a:ext cx="3429000" cy="1773900"/>
          </a:xfrm>
          <a:prstGeom prst="roundRect">
            <a:avLst>
              <a:gd fmla="val 6186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5" name="Google Shape;105;p5"/>
          <p:cNvSpPr/>
          <p:nvPr/>
        </p:nvSpPr>
        <p:spPr>
          <a:xfrm>
            <a:off x="8282793" y="4443724"/>
            <a:ext cx="713100" cy="713100"/>
          </a:xfrm>
          <a:prstGeom prst="ellipse">
            <a:avLst/>
          </a:prstGeom>
          <a:solidFill>
            <a:srgbClr val="050A16"/>
          </a:solidFill>
          <a:ln cap="flat" cmpd="sng" w="20300">
            <a:solidFill>
              <a:srgbClr val="B7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6" name="Google Shape;106;p5"/>
          <p:cNvSpPr/>
          <p:nvPr/>
        </p:nvSpPr>
        <p:spPr>
          <a:xfrm>
            <a:off x="8282793" y="4452868"/>
            <a:ext cx="7131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8CFF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B78CFF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2500"/>
          </a:p>
        </p:txBody>
      </p:sp>
      <p:sp>
        <p:nvSpPr>
          <p:cNvPr id="107" name="Google Shape;107;p5"/>
          <p:cNvSpPr/>
          <p:nvPr/>
        </p:nvSpPr>
        <p:spPr>
          <a:xfrm>
            <a:off x="9198220" y="4039335"/>
            <a:ext cx="23337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CFF"/>
              </a:buClr>
              <a:buSzPts val="1400"/>
              <a:buFont typeface="Arial"/>
              <a:buNone/>
            </a:pPr>
            <a:r>
              <a:rPr b="1" lang="en-US" sz="3000">
                <a:solidFill>
                  <a:srgbClr val="B78CFF"/>
                </a:solidFill>
                <a:latin typeface="Arial"/>
                <a:ea typeface="Arial"/>
                <a:cs typeface="Arial"/>
                <a:sym typeface="Arial"/>
              </a:rPr>
              <a:t>???</a:t>
            </a:r>
            <a:endParaRPr sz="1400"/>
          </a:p>
        </p:txBody>
      </p:sp>
      <p:sp>
        <p:nvSpPr>
          <p:cNvPr id="108" name="Google Shape;108;p5"/>
          <p:cNvSpPr/>
          <p:nvPr/>
        </p:nvSpPr>
        <p:spPr>
          <a:xfrm>
            <a:off x="9198220" y="4563210"/>
            <a:ext cx="2333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選ぶまで</a:t>
            </a:r>
            <a:endParaRPr sz="105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秘密！</a:t>
            </a:r>
            <a:endParaRPr sz="1050"/>
          </a:p>
        </p:txBody>
      </p:sp>
      <p:sp>
        <p:nvSpPr>
          <p:cNvPr id="109" name="Google Shape;109;p5"/>
          <p:cNvSpPr/>
          <p:nvPr/>
        </p:nvSpPr>
        <p:spPr>
          <a:xfrm>
            <a:off x="890233" y="4590431"/>
            <a:ext cx="282600" cy="419700"/>
          </a:xfrm>
          <a:prstGeom prst="rect">
            <a:avLst/>
          </a:prstGeom>
          <a:noFill/>
          <a:ln cap="flat" cmpd="sng" w="9525">
            <a:solidFill>
              <a:srgbClr val="A9D6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890233" y="4626581"/>
            <a:ext cx="282600" cy="347400"/>
          </a:xfrm>
          <a:prstGeom prst="rect">
            <a:avLst/>
          </a:prstGeom>
          <a:noFill/>
          <a:ln cap="flat" cmpd="sng" w="9525">
            <a:solidFill>
              <a:srgbClr val="A9D6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/>
          <p:nvPr/>
        </p:nvSpPr>
        <p:spPr>
          <a:xfrm>
            <a:off x="530352" y="338328"/>
            <a:ext cx="868680" cy="347472"/>
          </a:xfrm>
          <a:prstGeom prst="roundRect">
            <a:avLst>
              <a:gd fmla="val 21053" name="adj"/>
            </a:avLst>
          </a:prstGeom>
          <a:solidFill>
            <a:srgbClr val="00D9FF">
              <a:alpha val="96078"/>
            </a:srgbClr>
          </a:solidFill>
          <a:ln cap="flat" cmpd="sng" w="10150">
            <a:solidFill>
              <a:srgbClr val="00D9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7" name="Google Shape;117;p6"/>
          <p:cNvSpPr/>
          <p:nvPr/>
        </p:nvSpPr>
        <p:spPr>
          <a:xfrm>
            <a:off x="530352" y="338328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READY</a:t>
            </a:r>
            <a:endParaRPr sz="1000"/>
          </a:p>
        </p:txBody>
      </p:sp>
      <p:sp>
        <p:nvSpPr>
          <p:cNvPr id="118" name="Google Shape;118;p6"/>
          <p:cNvSpPr/>
          <p:nvPr/>
        </p:nvSpPr>
        <p:spPr>
          <a:xfrm>
            <a:off x="1572768" y="320040"/>
            <a:ext cx="6035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ARE YOU READY?</a:t>
            </a:r>
            <a:endParaRPr sz="1000"/>
          </a:p>
        </p:txBody>
      </p:sp>
      <p:sp>
        <p:nvSpPr>
          <p:cNvPr id="119" name="Google Shape;119;p6"/>
          <p:cNvSpPr/>
          <p:nvPr/>
        </p:nvSpPr>
        <p:spPr>
          <a:xfrm>
            <a:off x="1714500" y="1714500"/>
            <a:ext cx="8763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5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準備はいいかな？</a:t>
            </a:r>
            <a:endParaRPr sz="2500"/>
          </a:p>
        </p:txBody>
      </p:sp>
      <p:sp>
        <p:nvSpPr>
          <p:cNvPr id="120" name="Google Shape;120;p6"/>
          <p:cNvSpPr/>
          <p:nvPr/>
        </p:nvSpPr>
        <p:spPr>
          <a:xfrm>
            <a:off x="1238250" y="2524125"/>
            <a:ext cx="97155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600"/>
              <a:buFont typeface="Noto Sans"/>
              <a:buNone/>
            </a:pPr>
            <a:r>
              <a:t/>
            </a:r>
            <a:endParaRPr sz="1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600"/>
              <a:buFont typeface="Noto Sans"/>
              <a:buNone/>
            </a:pPr>
            <a:r>
              <a:rPr lang="en-US" sz="3000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時間切れになる前に答えてね！</a:t>
            </a:r>
            <a:endParaRPr sz="1600"/>
          </a:p>
        </p:txBody>
      </p:sp>
      <p:sp>
        <p:nvSpPr>
          <p:cNvPr id="121" name="Google Shape;121;p6"/>
          <p:cNvSpPr/>
          <p:nvPr/>
        </p:nvSpPr>
        <p:spPr>
          <a:xfrm>
            <a:off x="3858768" y="4187952"/>
            <a:ext cx="4480560" cy="822960"/>
          </a:xfrm>
          <a:prstGeom prst="roundRect">
            <a:avLst>
              <a:gd fmla="val 12222" name="adj"/>
            </a:avLst>
          </a:prstGeom>
          <a:solidFill>
            <a:srgbClr val="FFD65A"/>
          </a:solidFill>
          <a:ln cap="flat" cmpd="sng" w="10150">
            <a:solidFill>
              <a:srgbClr val="FFD65A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2" name="Google Shape;122;p6"/>
          <p:cNvSpPr/>
          <p:nvPr/>
        </p:nvSpPr>
        <p:spPr>
          <a:xfrm>
            <a:off x="3858768" y="4261104"/>
            <a:ext cx="4480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29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QUIZ START!</a:t>
            </a:r>
            <a:endParaRPr sz="2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g3f8adf60a0c_0_1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3888" y="292608"/>
            <a:ext cx="9875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f8adf60a0c_0_151"/>
          <p:cNvSpPr/>
          <p:nvPr/>
        </p:nvSpPr>
        <p:spPr>
          <a:xfrm>
            <a:off x="389675" y="329178"/>
            <a:ext cx="9720000" cy="914400"/>
          </a:xfrm>
          <a:prstGeom prst="roundRect">
            <a:avLst>
              <a:gd fmla="val 8000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130" name="Google Shape;130;g3f8adf60a0c_0_151"/>
          <p:cNvCxnSpPr/>
          <p:nvPr/>
        </p:nvCxnSpPr>
        <p:spPr>
          <a:xfrm>
            <a:off x="389675" y="329178"/>
            <a:ext cx="0" cy="914400"/>
          </a:xfrm>
          <a:prstGeom prst="straightConnector1">
            <a:avLst/>
          </a:prstGeom>
          <a:noFill/>
          <a:ln cap="flat" cmpd="sng" w="317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g3f8adf60a0c_0_151"/>
          <p:cNvSpPr/>
          <p:nvPr/>
        </p:nvSpPr>
        <p:spPr>
          <a:xfrm>
            <a:off x="568074" y="364242"/>
            <a:ext cx="93399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次のうち、小さい頃のりょうとが描いた絵はどれ？</a:t>
            </a:r>
            <a:endParaRPr sz="2100"/>
          </a:p>
        </p:txBody>
      </p:sp>
      <p:sp>
        <p:nvSpPr>
          <p:cNvPr id="132" name="Google Shape;132;g3f8adf60a0c_0_151"/>
          <p:cNvSpPr/>
          <p:nvPr/>
        </p:nvSpPr>
        <p:spPr>
          <a:xfrm>
            <a:off x="685800" y="1517622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00D9FF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3" name="Google Shape;133;g3f8adf60a0c_0_151"/>
          <p:cNvSpPr/>
          <p:nvPr/>
        </p:nvSpPr>
        <p:spPr>
          <a:xfrm>
            <a:off x="813816" y="1636507"/>
            <a:ext cx="310800" cy="310800"/>
          </a:xfrm>
          <a:prstGeom prst="ellipse">
            <a:avLst/>
          </a:prstGeom>
          <a:solidFill>
            <a:srgbClr val="00D9FF"/>
          </a:solidFill>
          <a:ln cap="flat" cmpd="sng" w="12700">
            <a:solidFill>
              <a:srgbClr val="00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4" name="Google Shape;134;g3f8adf60a0c_0_151"/>
          <p:cNvSpPr/>
          <p:nvPr/>
        </p:nvSpPr>
        <p:spPr>
          <a:xfrm>
            <a:off x="740664" y="1554211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000"/>
          </a:p>
        </p:txBody>
      </p:sp>
      <p:sp>
        <p:nvSpPr>
          <p:cNvPr id="135" name="Google Shape;135;g3f8adf60a0c_0_151"/>
          <p:cNvSpPr/>
          <p:nvPr/>
        </p:nvSpPr>
        <p:spPr>
          <a:xfrm>
            <a:off x="6181350" y="1517622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4D9D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6" name="Google Shape;136;g3f8adf60a0c_0_151"/>
          <p:cNvSpPr/>
          <p:nvPr/>
        </p:nvSpPr>
        <p:spPr>
          <a:xfrm>
            <a:off x="6309360" y="1636507"/>
            <a:ext cx="310800" cy="310800"/>
          </a:xfrm>
          <a:prstGeom prst="ellipse">
            <a:avLst/>
          </a:prstGeom>
          <a:solidFill>
            <a:srgbClr val="FF4D9D"/>
          </a:solidFill>
          <a:ln cap="flat" cmpd="sng" w="12700">
            <a:solidFill>
              <a:srgbClr val="FF4D9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7" name="Google Shape;137;g3f8adf60a0c_0_151"/>
          <p:cNvSpPr/>
          <p:nvPr/>
        </p:nvSpPr>
        <p:spPr>
          <a:xfrm>
            <a:off x="6236208" y="1554211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000"/>
          </a:p>
        </p:txBody>
      </p:sp>
      <p:sp>
        <p:nvSpPr>
          <p:cNvPr id="138" name="Google Shape;138;g3f8adf60a0c_0_151"/>
          <p:cNvSpPr/>
          <p:nvPr/>
        </p:nvSpPr>
        <p:spPr>
          <a:xfrm>
            <a:off x="685800" y="3781194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D65A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9" name="Google Shape;139;g3f8adf60a0c_0_151"/>
          <p:cNvSpPr/>
          <p:nvPr/>
        </p:nvSpPr>
        <p:spPr>
          <a:xfrm>
            <a:off x="813816" y="3895344"/>
            <a:ext cx="310800" cy="310800"/>
          </a:xfrm>
          <a:prstGeom prst="ellipse">
            <a:avLst/>
          </a:prstGeom>
          <a:solidFill>
            <a:srgbClr val="FFD65A"/>
          </a:solidFill>
          <a:ln cap="flat" cmpd="sng" w="12700">
            <a:solidFill>
              <a:srgbClr val="FFD6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0" name="Google Shape;140;g3f8adf60a0c_0_151"/>
          <p:cNvSpPr/>
          <p:nvPr/>
        </p:nvSpPr>
        <p:spPr>
          <a:xfrm>
            <a:off x="740664" y="3813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000"/>
          </a:p>
        </p:txBody>
      </p:sp>
      <p:sp>
        <p:nvSpPr>
          <p:cNvPr id="141" name="Google Shape;141;g3f8adf60a0c_0_151"/>
          <p:cNvSpPr/>
          <p:nvPr/>
        </p:nvSpPr>
        <p:spPr>
          <a:xfrm>
            <a:off x="6181350" y="3781194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4DE3A3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2" name="Google Shape;142;g3f8adf60a0c_0_151"/>
          <p:cNvSpPr/>
          <p:nvPr/>
        </p:nvSpPr>
        <p:spPr>
          <a:xfrm>
            <a:off x="6309360" y="3895344"/>
            <a:ext cx="310800" cy="310800"/>
          </a:xfrm>
          <a:prstGeom prst="ellipse">
            <a:avLst/>
          </a:prstGeom>
          <a:solidFill>
            <a:srgbClr val="4DE3A3"/>
          </a:solidFill>
          <a:ln cap="flat" cmpd="sng" w="12700">
            <a:solidFill>
              <a:srgbClr val="4DE3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3" name="Google Shape;143;g3f8adf60a0c_0_151"/>
          <p:cNvSpPr/>
          <p:nvPr/>
        </p:nvSpPr>
        <p:spPr>
          <a:xfrm>
            <a:off x="6236208" y="3813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000"/>
          </a:p>
        </p:txBody>
      </p:sp>
      <p:pic>
        <p:nvPicPr>
          <p:cNvPr id="144" name="Google Shape;144;g3f8adf60a0c_0_151" title="69D5257A-E2D5-4D94-ABED-ED8CD939166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1574" y="1686878"/>
            <a:ext cx="1365222" cy="1542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f8adf60a0c_0_151" title="CFBA1130-B2E5-490D-BD20-F531005DE0D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81372" y="1686878"/>
            <a:ext cx="1365218" cy="1510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3f8adf60a0c_0_151" title="D4BABFE3-884A-4631-A497-206DE38729E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81575" y="3950426"/>
            <a:ext cx="1365220" cy="1543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f8adf60a0c_0_151" title="045DBABB-CDBC-419E-82DE-A29F2DFCAE11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55392" y="3966839"/>
            <a:ext cx="1365222" cy="1542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8adf60a0c_0_185"/>
          <p:cNvSpPr/>
          <p:nvPr/>
        </p:nvSpPr>
        <p:spPr>
          <a:xfrm>
            <a:off x="685800" y="3810186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228600">
            <a:solidFill>
              <a:srgbClr val="FFD65A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4" name="Google Shape;154;g3f8adf60a0c_0_185"/>
          <p:cNvSpPr/>
          <p:nvPr/>
        </p:nvSpPr>
        <p:spPr>
          <a:xfrm>
            <a:off x="389675" y="329178"/>
            <a:ext cx="9720000" cy="914400"/>
          </a:xfrm>
          <a:prstGeom prst="roundRect">
            <a:avLst>
              <a:gd fmla="val 8000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155" name="Google Shape;155;g3f8adf60a0c_0_185"/>
          <p:cNvCxnSpPr/>
          <p:nvPr/>
        </p:nvCxnSpPr>
        <p:spPr>
          <a:xfrm>
            <a:off x="389675" y="329178"/>
            <a:ext cx="0" cy="914400"/>
          </a:xfrm>
          <a:prstGeom prst="straightConnector1">
            <a:avLst/>
          </a:prstGeom>
          <a:noFill/>
          <a:ln cap="flat" cmpd="sng" w="317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g3f8adf60a0c_0_185"/>
          <p:cNvSpPr/>
          <p:nvPr/>
        </p:nvSpPr>
        <p:spPr>
          <a:xfrm>
            <a:off x="568075" y="364250"/>
            <a:ext cx="1813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正解は...</a:t>
            </a:r>
            <a:endParaRPr sz="2100"/>
          </a:p>
        </p:txBody>
      </p:sp>
      <p:sp>
        <p:nvSpPr>
          <p:cNvPr id="157" name="Google Shape;157;g3f8adf60a0c_0_185"/>
          <p:cNvSpPr/>
          <p:nvPr/>
        </p:nvSpPr>
        <p:spPr>
          <a:xfrm>
            <a:off x="685800" y="1517622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00D9FF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8" name="Google Shape;158;g3f8adf60a0c_0_185"/>
          <p:cNvSpPr/>
          <p:nvPr/>
        </p:nvSpPr>
        <p:spPr>
          <a:xfrm>
            <a:off x="813816" y="1636507"/>
            <a:ext cx="310800" cy="310800"/>
          </a:xfrm>
          <a:prstGeom prst="ellipse">
            <a:avLst/>
          </a:prstGeom>
          <a:solidFill>
            <a:srgbClr val="00D9FF"/>
          </a:solidFill>
          <a:ln cap="flat" cmpd="sng" w="12700">
            <a:solidFill>
              <a:srgbClr val="00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9" name="Google Shape;159;g3f8adf60a0c_0_185"/>
          <p:cNvSpPr/>
          <p:nvPr/>
        </p:nvSpPr>
        <p:spPr>
          <a:xfrm>
            <a:off x="740664" y="1554211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000"/>
          </a:p>
        </p:txBody>
      </p:sp>
      <p:sp>
        <p:nvSpPr>
          <p:cNvPr id="160" name="Google Shape;160;g3f8adf60a0c_0_185"/>
          <p:cNvSpPr/>
          <p:nvPr/>
        </p:nvSpPr>
        <p:spPr>
          <a:xfrm>
            <a:off x="6181350" y="1517622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4D9D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1" name="Google Shape;161;g3f8adf60a0c_0_185"/>
          <p:cNvSpPr/>
          <p:nvPr/>
        </p:nvSpPr>
        <p:spPr>
          <a:xfrm>
            <a:off x="6309360" y="1636507"/>
            <a:ext cx="310800" cy="310800"/>
          </a:xfrm>
          <a:prstGeom prst="ellipse">
            <a:avLst/>
          </a:prstGeom>
          <a:solidFill>
            <a:srgbClr val="FF4D9D"/>
          </a:solidFill>
          <a:ln cap="flat" cmpd="sng" w="12700">
            <a:solidFill>
              <a:srgbClr val="FF4D9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2" name="Google Shape;162;g3f8adf60a0c_0_185"/>
          <p:cNvSpPr/>
          <p:nvPr/>
        </p:nvSpPr>
        <p:spPr>
          <a:xfrm>
            <a:off x="6236208" y="1554211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000"/>
          </a:p>
        </p:txBody>
      </p:sp>
      <p:sp>
        <p:nvSpPr>
          <p:cNvPr id="163" name="Google Shape;163;g3f8adf60a0c_0_185"/>
          <p:cNvSpPr/>
          <p:nvPr/>
        </p:nvSpPr>
        <p:spPr>
          <a:xfrm>
            <a:off x="685800" y="3781194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D65A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4" name="Google Shape;164;g3f8adf60a0c_0_185"/>
          <p:cNvSpPr/>
          <p:nvPr/>
        </p:nvSpPr>
        <p:spPr>
          <a:xfrm>
            <a:off x="813816" y="3895344"/>
            <a:ext cx="310800" cy="310800"/>
          </a:xfrm>
          <a:prstGeom prst="ellipse">
            <a:avLst/>
          </a:prstGeom>
          <a:solidFill>
            <a:srgbClr val="FFD65A"/>
          </a:solidFill>
          <a:ln cap="flat" cmpd="sng" w="12700">
            <a:solidFill>
              <a:srgbClr val="FFD6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5" name="Google Shape;165;g3f8adf60a0c_0_185"/>
          <p:cNvSpPr/>
          <p:nvPr/>
        </p:nvSpPr>
        <p:spPr>
          <a:xfrm>
            <a:off x="740664" y="3813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000"/>
          </a:p>
        </p:txBody>
      </p:sp>
      <p:sp>
        <p:nvSpPr>
          <p:cNvPr id="166" name="Google Shape;166;g3f8adf60a0c_0_185"/>
          <p:cNvSpPr/>
          <p:nvPr/>
        </p:nvSpPr>
        <p:spPr>
          <a:xfrm>
            <a:off x="6181350" y="3781194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4DE3A3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7" name="Google Shape;167;g3f8adf60a0c_0_185"/>
          <p:cNvSpPr/>
          <p:nvPr/>
        </p:nvSpPr>
        <p:spPr>
          <a:xfrm>
            <a:off x="6309360" y="3895344"/>
            <a:ext cx="310800" cy="310800"/>
          </a:xfrm>
          <a:prstGeom prst="ellipse">
            <a:avLst/>
          </a:prstGeom>
          <a:solidFill>
            <a:srgbClr val="4DE3A3"/>
          </a:solidFill>
          <a:ln cap="flat" cmpd="sng" w="12700">
            <a:solidFill>
              <a:srgbClr val="4DE3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8" name="Google Shape;168;g3f8adf60a0c_0_185"/>
          <p:cNvSpPr/>
          <p:nvPr/>
        </p:nvSpPr>
        <p:spPr>
          <a:xfrm>
            <a:off x="6236208" y="3813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000"/>
          </a:p>
        </p:txBody>
      </p:sp>
      <p:pic>
        <p:nvPicPr>
          <p:cNvPr id="169" name="Google Shape;169;g3f8adf60a0c_0_185" title="69D5257A-E2D5-4D94-ABED-ED8CD939166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574" y="1686878"/>
            <a:ext cx="1365222" cy="1542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f8adf60a0c_0_185" title="CFBA1130-B2E5-490D-BD20-F531005DE0D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1372" y="1686878"/>
            <a:ext cx="1365218" cy="1510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f8adf60a0c_0_185" title="D4BABFE3-884A-4631-A497-206DE38729E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81575" y="3950426"/>
            <a:ext cx="1365220" cy="1543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f8adf60a0c_0_185" title="045DBABB-CDBC-419E-82DE-A29F2DFCAE1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55392" y="3966839"/>
            <a:ext cx="1365222" cy="154224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f8adf60a0c_0_185"/>
          <p:cNvSpPr/>
          <p:nvPr/>
        </p:nvSpPr>
        <p:spPr>
          <a:xfrm>
            <a:off x="2157437" y="351025"/>
            <a:ext cx="1813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5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C</a:t>
            </a:r>
            <a:endParaRPr b="1" sz="2600"/>
          </a:p>
        </p:txBody>
      </p:sp>
      <p:sp>
        <p:nvSpPr>
          <p:cNvPr id="174" name="Google Shape;174;g3f8adf60a0c_0_185"/>
          <p:cNvSpPr/>
          <p:nvPr/>
        </p:nvSpPr>
        <p:spPr>
          <a:xfrm>
            <a:off x="815400" y="5973449"/>
            <a:ext cx="10440900" cy="457200"/>
          </a:xfrm>
          <a:prstGeom prst="roundRect">
            <a:avLst>
              <a:gd fmla="val 11111" name="adj"/>
            </a:avLst>
          </a:prstGeom>
          <a:solidFill>
            <a:srgbClr val="0B1729"/>
          </a:solidFill>
          <a:ln cap="flat" cmpd="sng" w="10025">
            <a:solidFill>
              <a:srgbClr val="23354E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375" lIns="90375" spcFirstLastPara="1" rIns="90375" wrap="square" tIns="9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175" name="Google Shape;175;g3f8adf60a0c_0_185"/>
          <p:cNvSpPr/>
          <p:nvPr/>
        </p:nvSpPr>
        <p:spPr>
          <a:xfrm>
            <a:off x="1027823" y="5918013"/>
            <a:ext cx="9609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lang="en-US" sz="2566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結構味のある絵じゃない？</a:t>
            </a:r>
            <a:endParaRPr sz="638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g3f8adf60a0c_0_215" title="desk_zoom_out_60s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675" y="1568550"/>
            <a:ext cx="4406525" cy="47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f8adf60a0c_0_2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33888" y="292608"/>
            <a:ext cx="9875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f8adf60a0c_0_215"/>
          <p:cNvSpPr/>
          <p:nvPr/>
        </p:nvSpPr>
        <p:spPr>
          <a:xfrm>
            <a:off x="389675" y="329178"/>
            <a:ext cx="9720000" cy="914400"/>
          </a:xfrm>
          <a:prstGeom prst="roundRect">
            <a:avLst>
              <a:gd fmla="val 8000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184" name="Google Shape;184;g3f8adf60a0c_0_215"/>
          <p:cNvCxnSpPr/>
          <p:nvPr/>
        </p:nvCxnSpPr>
        <p:spPr>
          <a:xfrm>
            <a:off x="389675" y="329178"/>
            <a:ext cx="0" cy="914400"/>
          </a:xfrm>
          <a:prstGeom prst="straightConnector1">
            <a:avLst/>
          </a:prstGeom>
          <a:noFill/>
          <a:ln cap="flat" cmpd="sng" w="317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g3f8adf60a0c_0_215"/>
          <p:cNvSpPr/>
          <p:nvPr/>
        </p:nvSpPr>
        <p:spPr>
          <a:xfrm>
            <a:off x="568074" y="364242"/>
            <a:ext cx="93399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ここ、どこ？</a:t>
            </a:r>
            <a:endParaRPr sz="2100"/>
          </a:p>
        </p:txBody>
      </p:sp>
      <p:sp>
        <p:nvSpPr>
          <p:cNvPr id="186" name="Google Shape;186;g3f8adf60a0c_0_215"/>
          <p:cNvSpPr/>
          <p:nvPr/>
        </p:nvSpPr>
        <p:spPr>
          <a:xfrm>
            <a:off x="5053517" y="27619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00D9FF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7" name="Google Shape;187;g3f8adf60a0c_0_215"/>
          <p:cNvSpPr/>
          <p:nvPr/>
        </p:nvSpPr>
        <p:spPr>
          <a:xfrm>
            <a:off x="5181533" y="2880770"/>
            <a:ext cx="310800" cy="310800"/>
          </a:xfrm>
          <a:prstGeom prst="ellipse">
            <a:avLst/>
          </a:prstGeom>
          <a:solidFill>
            <a:srgbClr val="00D9FF"/>
          </a:solidFill>
          <a:ln cap="flat" cmpd="sng" w="12700">
            <a:solidFill>
              <a:srgbClr val="00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8" name="Google Shape;188;g3f8adf60a0c_0_215"/>
          <p:cNvSpPr/>
          <p:nvPr/>
        </p:nvSpPr>
        <p:spPr>
          <a:xfrm>
            <a:off x="5108381" y="279847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000"/>
          </a:p>
        </p:txBody>
      </p:sp>
      <p:sp>
        <p:nvSpPr>
          <p:cNvPr id="189" name="Google Shape;189;g3f8adf60a0c_0_215"/>
          <p:cNvSpPr/>
          <p:nvPr/>
        </p:nvSpPr>
        <p:spPr>
          <a:xfrm>
            <a:off x="5602153" y="28350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東京</a:t>
            </a:r>
            <a:endParaRPr sz="1500"/>
          </a:p>
        </p:txBody>
      </p:sp>
      <p:sp>
        <p:nvSpPr>
          <p:cNvPr id="190" name="Google Shape;190;g3f8adf60a0c_0_215"/>
          <p:cNvSpPr/>
          <p:nvPr/>
        </p:nvSpPr>
        <p:spPr>
          <a:xfrm>
            <a:off x="8416140" y="27619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4D9D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1" name="Google Shape;191;g3f8adf60a0c_0_215"/>
          <p:cNvSpPr/>
          <p:nvPr/>
        </p:nvSpPr>
        <p:spPr>
          <a:xfrm>
            <a:off x="8561896" y="2880770"/>
            <a:ext cx="310800" cy="310800"/>
          </a:xfrm>
          <a:prstGeom prst="ellipse">
            <a:avLst/>
          </a:prstGeom>
          <a:solidFill>
            <a:srgbClr val="FF4D9D"/>
          </a:solidFill>
          <a:ln cap="flat" cmpd="sng" w="12700">
            <a:solidFill>
              <a:srgbClr val="FF4D9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2" name="Google Shape;192;g3f8adf60a0c_0_215"/>
          <p:cNvSpPr/>
          <p:nvPr/>
        </p:nvSpPr>
        <p:spPr>
          <a:xfrm>
            <a:off x="8488744" y="279847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000"/>
          </a:p>
        </p:txBody>
      </p:sp>
      <p:sp>
        <p:nvSpPr>
          <p:cNvPr id="193" name="Google Shape;193;g3f8adf60a0c_0_215"/>
          <p:cNvSpPr/>
          <p:nvPr/>
        </p:nvSpPr>
        <p:spPr>
          <a:xfrm>
            <a:off x="8982523" y="28350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北海道</a:t>
            </a:r>
            <a:endParaRPr sz="1500"/>
          </a:p>
        </p:txBody>
      </p:sp>
      <p:sp>
        <p:nvSpPr>
          <p:cNvPr id="194" name="Google Shape;194;g3f8adf60a0c_0_215"/>
          <p:cNvSpPr/>
          <p:nvPr/>
        </p:nvSpPr>
        <p:spPr>
          <a:xfrm>
            <a:off x="5053517" y="38452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D65A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5" name="Google Shape;195;g3f8adf60a0c_0_215"/>
          <p:cNvSpPr/>
          <p:nvPr/>
        </p:nvSpPr>
        <p:spPr>
          <a:xfrm>
            <a:off x="5181533" y="3964069"/>
            <a:ext cx="310800" cy="310800"/>
          </a:xfrm>
          <a:prstGeom prst="ellipse">
            <a:avLst/>
          </a:prstGeom>
          <a:solidFill>
            <a:srgbClr val="FFD65A"/>
          </a:solidFill>
          <a:ln cap="flat" cmpd="sng" w="12700">
            <a:solidFill>
              <a:srgbClr val="FFD6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6" name="Google Shape;196;g3f8adf60a0c_0_215"/>
          <p:cNvSpPr/>
          <p:nvPr/>
        </p:nvSpPr>
        <p:spPr>
          <a:xfrm>
            <a:off x="5108381" y="38817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000"/>
          </a:p>
        </p:txBody>
      </p:sp>
      <p:sp>
        <p:nvSpPr>
          <p:cNvPr id="197" name="Google Shape;197;g3f8adf60a0c_0_215"/>
          <p:cNvSpPr/>
          <p:nvPr/>
        </p:nvSpPr>
        <p:spPr>
          <a:xfrm>
            <a:off x="5602153" y="39183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金沢</a:t>
            </a:r>
            <a:endParaRPr sz="1500"/>
          </a:p>
        </p:txBody>
      </p:sp>
      <p:sp>
        <p:nvSpPr>
          <p:cNvPr id="198" name="Google Shape;198;g3f8adf60a0c_0_215"/>
          <p:cNvSpPr/>
          <p:nvPr/>
        </p:nvSpPr>
        <p:spPr>
          <a:xfrm>
            <a:off x="8416140" y="38452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4DE3A3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9" name="Google Shape;199;g3f8adf60a0c_0_215"/>
          <p:cNvSpPr/>
          <p:nvPr/>
        </p:nvSpPr>
        <p:spPr>
          <a:xfrm>
            <a:off x="8561896" y="3964069"/>
            <a:ext cx="310800" cy="310800"/>
          </a:xfrm>
          <a:prstGeom prst="ellipse">
            <a:avLst/>
          </a:prstGeom>
          <a:solidFill>
            <a:srgbClr val="4DE3A3"/>
          </a:solidFill>
          <a:ln cap="flat" cmpd="sng" w="12700">
            <a:solidFill>
              <a:srgbClr val="4DE3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00" name="Google Shape;200;g3f8adf60a0c_0_215"/>
          <p:cNvSpPr/>
          <p:nvPr/>
        </p:nvSpPr>
        <p:spPr>
          <a:xfrm>
            <a:off x="8488744" y="38817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000"/>
          </a:p>
        </p:txBody>
      </p:sp>
      <p:sp>
        <p:nvSpPr>
          <p:cNvPr id="201" name="Google Shape;201;g3f8adf60a0c_0_215"/>
          <p:cNvSpPr/>
          <p:nvPr/>
        </p:nvSpPr>
        <p:spPr>
          <a:xfrm>
            <a:off x="8982523" y="39183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伊豆</a:t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8adf60a0c_0_239"/>
          <p:cNvSpPr/>
          <p:nvPr/>
        </p:nvSpPr>
        <p:spPr>
          <a:xfrm>
            <a:off x="8416140" y="27619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228600">
            <a:solidFill>
              <a:srgbClr val="FF4D9D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08" name="Google Shape;208;g3f8adf60a0c_0_239"/>
          <p:cNvSpPr/>
          <p:nvPr/>
        </p:nvSpPr>
        <p:spPr>
          <a:xfrm>
            <a:off x="389675" y="329178"/>
            <a:ext cx="9720000" cy="914400"/>
          </a:xfrm>
          <a:prstGeom prst="roundRect">
            <a:avLst>
              <a:gd fmla="val 8000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209" name="Google Shape;209;g3f8adf60a0c_0_239"/>
          <p:cNvCxnSpPr/>
          <p:nvPr/>
        </p:nvCxnSpPr>
        <p:spPr>
          <a:xfrm>
            <a:off x="389675" y="329178"/>
            <a:ext cx="0" cy="914400"/>
          </a:xfrm>
          <a:prstGeom prst="straightConnector1">
            <a:avLst/>
          </a:prstGeom>
          <a:noFill/>
          <a:ln cap="flat" cmpd="sng" w="317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g3f8adf60a0c_0_239"/>
          <p:cNvSpPr/>
          <p:nvPr/>
        </p:nvSpPr>
        <p:spPr>
          <a:xfrm>
            <a:off x="568075" y="364250"/>
            <a:ext cx="1813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正解は...</a:t>
            </a:r>
            <a:endParaRPr sz="2100"/>
          </a:p>
        </p:txBody>
      </p:sp>
      <p:sp>
        <p:nvSpPr>
          <p:cNvPr id="211" name="Google Shape;211;g3f8adf60a0c_0_239"/>
          <p:cNvSpPr/>
          <p:nvPr/>
        </p:nvSpPr>
        <p:spPr>
          <a:xfrm>
            <a:off x="2157437" y="351025"/>
            <a:ext cx="1813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5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B</a:t>
            </a:r>
            <a:endParaRPr b="1" sz="2600"/>
          </a:p>
        </p:txBody>
      </p:sp>
      <p:sp>
        <p:nvSpPr>
          <p:cNvPr id="212" name="Google Shape;212;g3f8adf60a0c_0_239"/>
          <p:cNvSpPr/>
          <p:nvPr/>
        </p:nvSpPr>
        <p:spPr>
          <a:xfrm>
            <a:off x="815400" y="5973449"/>
            <a:ext cx="10440900" cy="457200"/>
          </a:xfrm>
          <a:prstGeom prst="roundRect">
            <a:avLst>
              <a:gd fmla="val 11111" name="adj"/>
            </a:avLst>
          </a:prstGeom>
          <a:solidFill>
            <a:srgbClr val="0B1729"/>
          </a:solidFill>
          <a:ln cap="flat" cmpd="sng" w="10025">
            <a:solidFill>
              <a:srgbClr val="23354E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375" lIns="90375" spcFirstLastPara="1" rIns="90375" wrap="square" tIns="9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213" name="Google Shape;213;g3f8adf60a0c_0_239"/>
          <p:cNvSpPr/>
          <p:nvPr/>
        </p:nvSpPr>
        <p:spPr>
          <a:xfrm>
            <a:off x="1027823" y="5918013"/>
            <a:ext cx="9609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lang="en-US" sz="2566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白い恋人パークでした！</a:t>
            </a:r>
            <a:endParaRPr sz="638"/>
          </a:p>
        </p:txBody>
      </p:sp>
      <p:pic>
        <p:nvPicPr>
          <p:cNvPr id="214" name="Google Shape;214;g3f8adf60a0c_0_239" title="5609E92D-4452-4D40-8FD0-8D695EAFA8882025-10-26_11-09-29_30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400" y="1354565"/>
            <a:ext cx="3277225" cy="4369633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f8adf60a0c_0_239"/>
          <p:cNvSpPr/>
          <p:nvPr/>
        </p:nvSpPr>
        <p:spPr>
          <a:xfrm>
            <a:off x="5053517" y="27619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00D9FF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6" name="Google Shape;216;g3f8adf60a0c_0_239"/>
          <p:cNvSpPr/>
          <p:nvPr/>
        </p:nvSpPr>
        <p:spPr>
          <a:xfrm>
            <a:off x="5181533" y="2880770"/>
            <a:ext cx="310800" cy="310800"/>
          </a:xfrm>
          <a:prstGeom prst="ellipse">
            <a:avLst/>
          </a:prstGeom>
          <a:solidFill>
            <a:srgbClr val="00D9FF"/>
          </a:solidFill>
          <a:ln cap="flat" cmpd="sng" w="12700">
            <a:solidFill>
              <a:srgbClr val="00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7" name="Google Shape;217;g3f8adf60a0c_0_239"/>
          <p:cNvSpPr/>
          <p:nvPr/>
        </p:nvSpPr>
        <p:spPr>
          <a:xfrm>
            <a:off x="5108381" y="279847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000"/>
          </a:p>
        </p:txBody>
      </p:sp>
      <p:sp>
        <p:nvSpPr>
          <p:cNvPr id="218" name="Google Shape;218;g3f8adf60a0c_0_239"/>
          <p:cNvSpPr/>
          <p:nvPr/>
        </p:nvSpPr>
        <p:spPr>
          <a:xfrm>
            <a:off x="5602153" y="28350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東京</a:t>
            </a:r>
            <a:endParaRPr sz="1500"/>
          </a:p>
        </p:txBody>
      </p:sp>
      <p:sp>
        <p:nvSpPr>
          <p:cNvPr id="219" name="Google Shape;219;g3f8adf60a0c_0_239"/>
          <p:cNvSpPr/>
          <p:nvPr/>
        </p:nvSpPr>
        <p:spPr>
          <a:xfrm>
            <a:off x="8416140" y="27619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4D9D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0" name="Google Shape;220;g3f8adf60a0c_0_239"/>
          <p:cNvSpPr/>
          <p:nvPr/>
        </p:nvSpPr>
        <p:spPr>
          <a:xfrm>
            <a:off x="8561896" y="2880770"/>
            <a:ext cx="310800" cy="310800"/>
          </a:xfrm>
          <a:prstGeom prst="ellipse">
            <a:avLst/>
          </a:prstGeom>
          <a:solidFill>
            <a:srgbClr val="FF4D9D"/>
          </a:solidFill>
          <a:ln cap="flat" cmpd="sng" w="12700">
            <a:solidFill>
              <a:srgbClr val="FF4D9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1" name="Google Shape;221;g3f8adf60a0c_0_239"/>
          <p:cNvSpPr/>
          <p:nvPr/>
        </p:nvSpPr>
        <p:spPr>
          <a:xfrm>
            <a:off x="8488744" y="279847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000"/>
          </a:p>
        </p:txBody>
      </p:sp>
      <p:sp>
        <p:nvSpPr>
          <p:cNvPr id="222" name="Google Shape;222;g3f8adf60a0c_0_239"/>
          <p:cNvSpPr/>
          <p:nvPr/>
        </p:nvSpPr>
        <p:spPr>
          <a:xfrm>
            <a:off x="8982523" y="28350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北海道</a:t>
            </a:r>
            <a:endParaRPr sz="1500"/>
          </a:p>
        </p:txBody>
      </p:sp>
      <p:sp>
        <p:nvSpPr>
          <p:cNvPr id="223" name="Google Shape;223;g3f8adf60a0c_0_239"/>
          <p:cNvSpPr/>
          <p:nvPr/>
        </p:nvSpPr>
        <p:spPr>
          <a:xfrm>
            <a:off x="5053517" y="38452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D65A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4" name="Google Shape;224;g3f8adf60a0c_0_239"/>
          <p:cNvSpPr/>
          <p:nvPr/>
        </p:nvSpPr>
        <p:spPr>
          <a:xfrm>
            <a:off x="5181533" y="3964069"/>
            <a:ext cx="310800" cy="310800"/>
          </a:xfrm>
          <a:prstGeom prst="ellipse">
            <a:avLst/>
          </a:prstGeom>
          <a:solidFill>
            <a:srgbClr val="FFD65A"/>
          </a:solidFill>
          <a:ln cap="flat" cmpd="sng" w="12700">
            <a:solidFill>
              <a:srgbClr val="FFD6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5" name="Google Shape;225;g3f8adf60a0c_0_239"/>
          <p:cNvSpPr/>
          <p:nvPr/>
        </p:nvSpPr>
        <p:spPr>
          <a:xfrm>
            <a:off x="5108381" y="38817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000"/>
          </a:p>
        </p:txBody>
      </p:sp>
      <p:sp>
        <p:nvSpPr>
          <p:cNvPr id="226" name="Google Shape;226;g3f8adf60a0c_0_239"/>
          <p:cNvSpPr/>
          <p:nvPr/>
        </p:nvSpPr>
        <p:spPr>
          <a:xfrm>
            <a:off x="5602153" y="39183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金沢</a:t>
            </a:r>
            <a:endParaRPr sz="1500"/>
          </a:p>
        </p:txBody>
      </p:sp>
      <p:sp>
        <p:nvSpPr>
          <p:cNvPr id="227" name="Google Shape;227;g3f8adf60a0c_0_239"/>
          <p:cNvSpPr/>
          <p:nvPr/>
        </p:nvSpPr>
        <p:spPr>
          <a:xfrm>
            <a:off x="8416140" y="38452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4DE3A3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8" name="Google Shape;228;g3f8adf60a0c_0_239"/>
          <p:cNvSpPr/>
          <p:nvPr/>
        </p:nvSpPr>
        <p:spPr>
          <a:xfrm>
            <a:off x="8561896" y="3964069"/>
            <a:ext cx="310800" cy="310800"/>
          </a:xfrm>
          <a:prstGeom prst="ellipse">
            <a:avLst/>
          </a:prstGeom>
          <a:solidFill>
            <a:srgbClr val="4DE3A3"/>
          </a:solidFill>
          <a:ln cap="flat" cmpd="sng" w="12700">
            <a:solidFill>
              <a:srgbClr val="4DE3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9" name="Google Shape;229;g3f8adf60a0c_0_239"/>
          <p:cNvSpPr/>
          <p:nvPr/>
        </p:nvSpPr>
        <p:spPr>
          <a:xfrm>
            <a:off x="8488744" y="38817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000"/>
          </a:p>
        </p:txBody>
      </p:sp>
      <p:sp>
        <p:nvSpPr>
          <p:cNvPr id="230" name="Google Shape;230;g3f8adf60a0c_0_239"/>
          <p:cNvSpPr/>
          <p:nvPr/>
        </p:nvSpPr>
        <p:spPr>
          <a:xfrm>
            <a:off x="8982523" y="39183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伊豆</a:t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g3fb0303ed91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3888" y="292608"/>
            <a:ext cx="9875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fb0303ed91_0_19"/>
          <p:cNvSpPr/>
          <p:nvPr/>
        </p:nvSpPr>
        <p:spPr>
          <a:xfrm>
            <a:off x="389675" y="329178"/>
            <a:ext cx="9720000" cy="914400"/>
          </a:xfrm>
          <a:prstGeom prst="roundRect">
            <a:avLst>
              <a:gd fmla="val 8000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238" name="Google Shape;238;g3fb0303ed91_0_19"/>
          <p:cNvCxnSpPr/>
          <p:nvPr/>
        </p:nvCxnSpPr>
        <p:spPr>
          <a:xfrm>
            <a:off x="389675" y="329178"/>
            <a:ext cx="0" cy="914400"/>
          </a:xfrm>
          <a:prstGeom prst="straightConnector1">
            <a:avLst/>
          </a:prstGeom>
          <a:noFill/>
          <a:ln cap="flat" cmpd="sng" w="317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g3fb0303ed91_0_19"/>
          <p:cNvSpPr/>
          <p:nvPr/>
        </p:nvSpPr>
        <p:spPr>
          <a:xfrm>
            <a:off x="568074" y="364242"/>
            <a:ext cx="93399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時系列順に並び替えるとどうなる？</a:t>
            </a:r>
            <a:endParaRPr sz="2100"/>
          </a:p>
        </p:txBody>
      </p:sp>
      <p:sp>
        <p:nvSpPr>
          <p:cNvPr id="240" name="Google Shape;240;g3fb0303ed91_0_19"/>
          <p:cNvSpPr/>
          <p:nvPr/>
        </p:nvSpPr>
        <p:spPr>
          <a:xfrm>
            <a:off x="685800" y="3885503"/>
            <a:ext cx="50748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00D9FF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41" name="Google Shape;241;g3fb0303ed91_0_19"/>
          <p:cNvSpPr/>
          <p:nvPr/>
        </p:nvSpPr>
        <p:spPr>
          <a:xfrm>
            <a:off x="813816" y="4004375"/>
            <a:ext cx="310800" cy="310800"/>
          </a:xfrm>
          <a:prstGeom prst="ellipse">
            <a:avLst/>
          </a:prstGeom>
          <a:solidFill>
            <a:srgbClr val="00D9FF"/>
          </a:solidFill>
          <a:ln cap="flat" cmpd="sng" w="12700">
            <a:solidFill>
              <a:srgbClr val="00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42" name="Google Shape;242;g3fb0303ed91_0_19"/>
          <p:cNvSpPr/>
          <p:nvPr/>
        </p:nvSpPr>
        <p:spPr>
          <a:xfrm>
            <a:off x="740664" y="3922079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000"/>
          </a:p>
        </p:txBody>
      </p:sp>
      <p:sp>
        <p:nvSpPr>
          <p:cNvPr id="243" name="Google Shape;243;g3fb0303ed91_0_19"/>
          <p:cNvSpPr/>
          <p:nvPr/>
        </p:nvSpPr>
        <p:spPr>
          <a:xfrm>
            <a:off x="1234440" y="3958655"/>
            <a:ext cx="43617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4321</a:t>
            </a:r>
            <a:endParaRPr sz="1500"/>
          </a:p>
        </p:txBody>
      </p:sp>
      <p:sp>
        <p:nvSpPr>
          <p:cNvPr id="244" name="Google Shape;244;g3fb0303ed91_0_19"/>
          <p:cNvSpPr/>
          <p:nvPr/>
        </p:nvSpPr>
        <p:spPr>
          <a:xfrm>
            <a:off x="6181344" y="3885503"/>
            <a:ext cx="50748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4D9D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45" name="Google Shape;245;g3fb0303ed91_0_19"/>
          <p:cNvSpPr/>
          <p:nvPr/>
        </p:nvSpPr>
        <p:spPr>
          <a:xfrm>
            <a:off x="6309360" y="4004375"/>
            <a:ext cx="310800" cy="310800"/>
          </a:xfrm>
          <a:prstGeom prst="ellipse">
            <a:avLst/>
          </a:prstGeom>
          <a:solidFill>
            <a:srgbClr val="FF4D9D"/>
          </a:solidFill>
          <a:ln cap="flat" cmpd="sng" w="12700">
            <a:solidFill>
              <a:srgbClr val="FF4D9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46" name="Google Shape;246;g3fb0303ed91_0_19"/>
          <p:cNvSpPr/>
          <p:nvPr/>
        </p:nvSpPr>
        <p:spPr>
          <a:xfrm>
            <a:off x="6236208" y="3922079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000"/>
          </a:p>
        </p:txBody>
      </p:sp>
      <p:sp>
        <p:nvSpPr>
          <p:cNvPr id="247" name="Google Shape;247;g3fb0303ed91_0_19"/>
          <p:cNvSpPr/>
          <p:nvPr/>
        </p:nvSpPr>
        <p:spPr>
          <a:xfrm>
            <a:off x="6729984" y="3958655"/>
            <a:ext cx="43617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3241</a:t>
            </a:r>
            <a:endParaRPr sz="1500"/>
          </a:p>
        </p:txBody>
      </p:sp>
      <p:sp>
        <p:nvSpPr>
          <p:cNvPr id="248" name="Google Shape;248;g3fb0303ed91_0_19"/>
          <p:cNvSpPr/>
          <p:nvPr/>
        </p:nvSpPr>
        <p:spPr>
          <a:xfrm>
            <a:off x="685800" y="4952009"/>
            <a:ext cx="50748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D65A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49" name="Google Shape;249;g3fb0303ed91_0_19"/>
          <p:cNvSpPr/>
          <p:nvPr/>
        </p:nvSpPr>
        <p:spPr>
          <a:xfrm>
            <a:off x="813816" y="5070881"/>
            <a:ext cx="310800" cy="310800"/>
          </a:xfrm>
          <a:prstGeom prst="ellipse">
            <a:avLst/>
          </a:prstGeom>
          <a:solidFill>
            <a:srgbClr val="FFD65A"/>
          </a:solidFill>
          <a:ln cap="flat" cmpd="sng" w="12700">
            <a:solidFill>
              <a:srgbClr val="FFD6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0" name="Google Shape;250;g3fb0303ed91_0_19"/>
          <p:cNvSpPr/>
          <p:nvPr/>
        </p:nvSpPr>
        <p:spPr>
          <a:xfrm>
            <a:off x="740664" y="498858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000"/>
          </a:p>
        </p:txBody>
      </p:sp>
      <p:sp>
        <p:nvSpPr>
          <p:cNvPr id="251" name="Google Shape;251;g3fb0303ed91_0_19"/>
          <p:cNvSpPr/>
          <p:nvPr/>
        </p:nvSpPr>
        <p:spPr>
          <a:xfrm>
            <a:off x="1234440" y="5025161"/>
            <a:ext cx="43617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2413</a:t>
            </a:r>
            <a:endParaRPr sz="1500"/>
          </a:p>
        </p:txBody>
      </p:sp>
      <p:sp>
        <p:nvSpPr>
          <p:cNvPr id="252" name="Google Shape;252;g3fb0303ed91_0_19"/>
          <p:cNvSpPr/>
          <p:nvPr/>
        </p:nvSpPr>
        <p:spPr>
          <a:xfrm>
            <a:off x="6181344" y="4952009"/>
            <a:ext cx="50748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4DE3A3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3" name="Google Shape;253;g3fb0303ed91_0_19"/>
          <p:cNvSpPr/>
          <p:nvPr/>
        </p:nvSpPr>
        <p:spPr>
          <a:xfrm>
            <a:off x="6309360" y="5070881"/>
            <a:ext cx="310800" cy="310800"/>
          </a:xfrm>
          <a:prstGeom prst="ellipse">
            <a:avLst/>
          </a:prstGeom>
          <a:solidFill>
            <a:srgbClr val="4DE3A3"/>
          </a:solidFill>
          <a:ln cap="flat" cmpd="sng" w="12700">
            <a:solidFill>
              <a:srgbClr val="4DE3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4" name="Google Shape;254;g3fb0303ed91_0_19"/>
          <p:cNvSpPr/>
          <p:nvPr/>
        </p:nvSpPr>
        <p:spPr>
          <a:xfrm>
            <a:off x="6236208" y="498858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000"/>
          </a:p>
        </p:txBody>
      </p:sp>
      <p:sp>
        <p:nvSpPr>
          <p:cNvPr id="255" name="Google Shape;255;g3fb0303ed91_0_19"/>
          <p:cNvSpPr/>
          <p:nvPr/>
        </p:nvSpPr>
        <p:spPr>
          <a:xfrm>
            <a:off x="6729984" y="5025161"/>
            <a:ext cx="43617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4231</a:t>
            </a:r>
            <a:endParaRPr sz="1500"/>
          </a:p>
        </p:txBody>
      </p:sp>
      <p:pic>
        <p:nvPicPr>
          <p:cNvPr id="256" name="Google Shape;256;g3fb0303ed91_0_19" title="68ECE439-7A67-4F57-B0D3-BEC63F7CCF532026-06-05_19-31-03_165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974" y="1395965"/>
            <a:ext cx="3116165" cy="2337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3fb0303ed91_0_19" title="IMG_1427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52863" y="1395978"/>
            <a:ext cx="1752845" cy="233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3fb0303ed91_0_19" title="11568B72-3918-4C8F-8228-C91598985C622026-06-05_19-14-58_844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27305" y="1450835"/>
            <a:ext cx="3067392" cy="2300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3fb0303ed91_0_19" title="IMG_1305.jpg"/>
          <p:cNvPicPr preferRelativeResize="0"/>
          <p:nvPr/>
        </p:nvPicPr>
        <p:blipFill rotWithShape="1">
          <a:blip r:embed="rId7">
            <a:alphaModFix/>
          </a:blip>
          <a:srcRect b="0" l="0" r="35057" t="0"/>
          <a:stretch/>
        </p:blipFill>
        <p:spPr>
          <a:xfrm>
            <a:off x="9163874" y="1412550"/>
            <a:ext cx="1994977" cy="230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3fb0303ed91_0_19"/>
          <p:cNvSpPr txBox="1"/>
          <p:nvPr/>
        </p:nvSpPr>
        <p:spPr>
          <a:xfrm>
            <a:off x="738921" y="1343481"/>
            <a:ext cx="604500" cy="738900"/>
          </a:xfrm>
          <a:prstGeom prst="rect">
            <a:avLst/>
          </a:prstGeom>
          <a:solidFill>
            <a:srgbClr val="0D1B31">
              <a:alpha val="902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chemeClr val="lt1"/>
                </a:solidFill>
              </a:rPr>
              <a:t>①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261" name="Google Shape;261;g3fb0303ed91_0_19"/>
          <p:cNvSpPr txBox="1"/>
          <p:nvPr/>
        </p:nvSpPr>
        <p:spPr>
          <a:xfrm>
            <a:off x="4027300" y="1343475"/>
            <a:ext cx="604500" cy="738900"/>
          </a:xfrm>
          <a:prstGeom prst="rect">
            <a:avLst/>
          </a:prstGeom>
          <a:solidFill>
            <a:srgbClr val="0D1B31">
              <a:alpha val="902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</a:rPr>
              <a:t>②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262" name="Google Shape;262;g3fb0303ed91_0_19"/>
          <p:cNvSpPr txBox="1"/>
          <p:nvPr/>
        </p:nvSpPr>
        <p:spPr>
          <a:xfrm>
            <a:off x="7252850" y="1343475"/>
            <a:ext cx="604500" cy="738900"/>
          </a:xfrm>
          <a:prstGeom prst="rect">
            <a:avLst/>
          </a:prstGeom>
          <a:solidFill>
            <a:srgbClr val="0D1B31">
              <a:alpha val="902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</a:rPr>
              <a:t>③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263" name="Google Shape;263;g3fb0303ed91_0_19"/>
          <p:cNvSpPr txBox="1"/>
          <p:nvPr/>
        </p:nvSpPr>
        <p:spPr>
          <a:xfrm>
            <a:off x="9163875" y="1343475"/>
            <a:ext cx="604500" cy="738900"/>
          </a:xfrm>
          <a:prstGeom prst="rect">
            <a:avLst/>
          </a:prstGeom>
          <a:solidFill>
            <a:srgbClr val="0D1B31">
              <a:alpha val="902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</a:rPr>
              <a:t>④</a:t>
            </a:r>
            <a:endParaRPr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b0303ed91_0_44"/>
          <p:cNvSpPr/>
          <p:nvPr/>
        </p:nvSpPr>
        <p:spPr>
          <a:xfrm>
            <a:off x="685800" y="3885503"/>
            <a:ext cx="50748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228600">
            <a:solidFill>
              <a:srgbClr val="00D9FF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70" name="Google Shape;270;g3fb0303ed91_0_44"/>
          <p:cNvSpPr/>
          <p:nvPr/>
        </p:nvSpPr>
        <p:spPr>
          <a:xfrm>
            <a:off x="389675" y="329178"/>
            <a:ext cx="9720000" cy="914400"/>
          </a:xfrm>
          <a:prstGeom prst="roundRect">
            <a:avLst>
              <a:gd fmla="val 8000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271" name="Google Shape;271;g3fb0303ed91_0_44"/>
          <p:cNvCxnSpPr/>
          <p:nvPr/>
        </p:nvCxnSpPr>
        <p:spPr>
          <a:xfrm>
            <a:off x="389675" y="329178"/>
            <a:ext cx="0" cy="914400"/>
          </a:xfrm>
          <a:prstGeom prst="straightConnector1">
            <a:avLst/>
          </a:prstGeom>
          <a:noFill/>
          <a:ln cap="flat" cmpd="sng" w="317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g3fb0303ed91_0_44"/>
          <p:cNvSpPr/>
          <p:nvPr/>
        </p:nvSpPr>
        <p:spPr>
          <a:xfrm>
            <a:off x="568075" y="364250"/>
            <a:ext cx="1813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正解は...</a:t>
            </a:r>
            <a:endParaRPr sz="2100"/>
          </a:p>
        </p:txBody>
      </p:sp>
      <p:sp>
        <p:nvSpPr>
          <p:cNvPr id="273" name="Google Shape;273;g3fb0303ed91_0_44"/>
          <p:cNvSpPr/>
          <p:nvPr/>
        </p:nvSpPr>
        <p:spPr>
          <a:xfrm>
            <a:off x="2157437" y="351025"/>
            <a:ext cx="1813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5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A</a:t>
            </a:r>
            <a:endParaRPr b="1" sz="2600"/>
          </a:p>
        </p:txBody>
      </p:sp>
      <p:sp>
        <p:nvSpPr>
          <p:cNvPr id="274" name="Google Shape;274;g3fb0303ed91_0_44"/>
          <p:cNvSpPr/>
          <p:nvPr/>
        </p:nvSpPr>
        <p:spPr>
          <a:xfrm>
            <a:off x="815400" y="5973449"/>
            <a:ext cx="10440900" cy="457200"/>
          </a:xfrm>
          <a:prstGeom prst="roundRect">
            <a:avLst>
              <a:gd fmla="val 11111" name="adj"/>
            </a:avLst>
          </a:prstGeom>
          <a:solidFill>
            <a:srgbClr val="0B1729"/>
          </a:solidFill>
          <a:ln cap="flat" cmpd="sng" w="10025">
            <a:solidFill>
              <a:srgbClr val="23354E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375" lIns="90375" spcFirstLastPara="1" rIns="90375" wrap="square" tIns="9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275" name="Google Shape;275;g3fb0303ed91_0_44"/>
          <p:cNvSpPr/>
          <p:nvPr/>
        </p:nvSpPr>
        <p:spPr>
          <a:xfrm>
            <a:off x="1027823" y="5918013"/>
            <a:ext cx="9609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lang="en-US" sz="2566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ピクサー展楽しかったね！</a:t>
            </a:r>
            <a:endParaRPr sz="638"/>
          </a:p>
        </p:txBody>
      </p:sp>
      <p:sp>
        <p:nvSpPr>
          <p:cNvPr id="276" name="Google Shape;276;g3fb0303ed91_0_44"/>
          <p:cNvSpPr/>
          <p:nvPr/>
        </p:nvSpPr>
        <p:spPr>
          <a:xfrm>
            <a:off x="685800" y="3885503"/>
            <a:ext cx="50748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00D9FF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77" name="Google Shape;277;g3fb0303ed91_0_44"/>
          <p:cNvSpPr/>
          <p:nvPr/>
        </p:nvSpPr>
        <p:spPr>
          <a:xfrm>
            <a:off x="813816" y="4004375"/>
            <a:ext cx="310800" cy="310800"/>
          </a:xfrm>
          <a:prstGeom prst="ellipse">
            <a:avLst/>
          </a:prstGeom>
          <a:solidFill>
            <a:srgbClr val="00D9FF"/>
          </a:solidFill>
          <a:ln cap="flat" cmpd="sng" w="12700">
            <a:solidFill>
              <a:srgbClr val="00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78" name="Google Shape;278;g3fb0303ed91_0_44"/>
          <p:cNvSpPr/>
          <p:nvPr/>
        </p:nvSpPr>
        <p:spPr>
          <a:xfrm>
            <a:off x="740664" y="3922079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000"/>
          </a:p>
        </p:txBody>
      </p:sp>
      <p:sp>
        <p:nvSpPr>
          <p:cNvPr id="279" name="Google Shape;279;g3fb0303ed91_0_44"/>
          <p:cNvSpPr/>
          <p:nvPr/>
        </p:nvSpPr>
        <p:spPr>
          <a:xfrm>
            <a:off x="1234440" y="3958655"/>
            <a:ext cx="43617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4321</a:t>
            </a:r>
            <a:endParaRPr sz="1500"/>
          </a:p>
        </p:txBody>
      </p:sp>
      <p:sp>
        <p:nvSpPr>
          <p:cNvPr id="280" name="Google Shape;280;g3fb0303ed91_0_44"/>
          <p:cNvSpPr/>
          <p:nvPr/>
        </p:nvSpPr>
        <p:spPr>
          <a:xfrm>
            <a:off x="6181344" y="3885503"/>
            <a:ext cx="50748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4D9D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1" name="Google Shape;281;g3fb0303ed91_0_44"/>
          <p:cNvSpPr/>
          <p:nvPr/>
        </p:nvSpPr>
        <p:spPr>
          <a:xfrm>
            <a:off x="6309360" y="4004375"/>
            <a:ext cx="310800" cy="310800"/>
          </a:xfrm>
          <a:prstGeom prst="ellipse">
            <a:avLst/>
          </a:prstGeom>
          <a:solidFill>
            <a:srgbClr val="FF4D9D"/>
          </a:solidFill>
          <a:ln cap="flat" cmpd="sng" w="12700">
            <a:solidFill>
              <a:srgbClr val="FF4D9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2" name="Google Shape;282;g3fb0303ed91_0_44"/>
          <p:cNvSpPr/>
          <p:nvPr/>
        </p:nvSpPr>
        <p:spPr>
          <a:xfrm>
            <a:off x="6236208" y="3922079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000"/>
          </a:p>
        </p:txBody>
      </p:sp>
      <p:sp>
        <p:nvSpPr>
          <p:cNvPr id="283" name="Google Shape;283;g3fb0303ed91_0_44"/>
          <p:cNvSpPr/>
          <p:nvPr/>
        </p:nvSpPr>
        <p:spPr>
          <a:xfrm>
            <a:off x="6729984" y="3958655"/>
            <a:ext cx="43617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3241</a:t>
            </a:r>
            <a:endParaRPr sz="1500"/>
          </a:p>
        </p:txBody>
      </p:sp>
      <p:sp>
        <p:nvSpPr>
          <p:cNvPr id="284" name="Google Shape;284;g3fb0303ed91_0_44"/>
          <p:cNvSpPr/>
          <p:nvPr/>
        </p:nvSpPr>
        <p:spPr>
          <a:xfrm>
            <a:off x="685800" y="4952009"/>
            <a:ext cx="50748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D65A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5" name="Google Shape;285;g3fb0303ed91_0_44"/>
          <p:cNvSpPr/>
          <p:nvPr/>
        </p:nvSpPr>
        <p:spPr>
          <a:xfrm>
            <a:off x="813816" y="5070881"/>
            <a:ext cx="310800" cy="310800"/>
          </a:xfrm>
          <a:prstGeom prst="ellipse">
            <a:avLst/>
          </a:prstGeom>
          <a:solidFill>
            <a:srgbClr val="FFD65A"/>
          </a:solidFill>
          <a:ln cap="flat" cmpd="sng" w="12700">
            <a:solidFill>
              <a:srgbClr val="FFD6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6" name="Google Shape;286;g3fb0303ed91_0_44"/>
          <p:cNvSpPr/>
          <p:nvPr/>
        </p:nvSpPr>
        <p:spPr>
          <a:xfrm>
            <a:off x="740664" y="498858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000"/>
          </a:p>
        </p:txBody>
      </p:sp>
      <p:sp>
        <p:nvSpPr>
          <p:cNvPr id="287" name="Google Shape;287;g3fb0303ed91_0_44"/>
          <p:cNvSpPr/>
          <p:nvPr/>
        </p:nvSpPr>
        <p:spPr>
          <a:xfrm>
            <a:off x="1234440" y="5025161"/>
            <a:ext cx="43617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2413</a:t>
            </a:r>
            <a:endParaRPr sz="1500"/>
          </a:p>
        </p:txBody>
      </p:sp>
      <p:sp>
        <p:nvSpPr>
          <p:cNvPr id="288" name="Google Shape;288;g3fb0303ed91_0_44"/>
          <p:cNvSpPr/>
          <p:nvPr/>
        </p:nvSpPr>
        <p:spPr>
          <a:xfrm>
            <a:off x="6181344" y="4952009"/>
            <a:ext cx="50748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4DE3A3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9" name="Google Shape;289;g3fb0303ed91_0_44"/>
          <p:cNvSpPr/>
          <p:nvPr/>
        </p:nvSpPr>
        <p:spPr>
          <a:xfrm>
            <a:off x="6309360" y="5070881"/>
            <a:ext cx="310800" cy="310800"/>
          </a:xfrm>
          <a:prstGeom prst="ellipse">
            <a:avLst/>
          </a:prstGeom>
          <a:solidFill>
            <a:srgbClr val="4DE3A3"/>
          </a:solidFill>
          <a:ln cap="flat" cmpd="sng" w="12700">
            <a:solidFill>
              <a:srgbClr val="4DE3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90" name="Google Shape;290;g3fb0303ed91_0_44"/>
          <p:cNvSpPr/>
          <p:nvPr/>
        </p:nvSpPr>
        <p:spPr>
          <a:xfrm>
            <a:off x="6236208" y="498858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000"/>
          </a:p>
        </p:txBody>
      </p:sp>
      <p:sp>
        <p:nvSpPr>
          <p:cNvPr id="291" name="Google Shape;291;g3fb0303ed91_0_44"/>
          <p:cNvSpPr/>
          <p:nvPr/>
        </p:nvSpPr>
        <p:spPr>
          <a:xfrm>
            <a:off x="6729984" y="5025161"/>
            <a:ext cx="43617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4231</a:t>
            </a:r>
            <a:endParaRPr sz="1500"/>
          </a:p>
        </p:txBody>
      </p:sp>
      <p:pic>
        <p:nvPicPr>
          <p:cNvPr id="292" name="Google Shape;292;g3fb0303ed91_0_44" title="EFD5070E-3762-48E3-9DC3-3230039E1ACD2026-06-05_19-17-42_900.jpg"/>
          <p:cNvPicPr preferRelativeResize="0"/>
          <p:nvPr/>
        </p:nvPicPr>
        <p:blipFill rotWithShape="1">
          <a:blip r:embed="rId3">
            <a:alphaModFix/>
          </a:blip>
          <a:srcRect b="6634" l="0" r="0" t="9290"/>
          <a:stretch/>
        </p:blipFill>
        <p:spPr>
          <a:xfrm>
            <a:off x="4270301" y="1371382"/>
            <a:ext cx="3531075" cy="2226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g3fb0303ed91_0_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3888" y="292608"/>
            <a:ext cx="9875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3fb0303ed91_0_117"/>
          <p:cNvSpPr/>
          <p:nvPr/>
        </p:nvSpPr>
        <p:spPr>
          <a:xfrm>
            <a:off x="389675" y="329178"/>
            <a:ext cx="9720000" cy="914400"/>
          </a:xfrm>
          <a:prstGeom prst="roundRect">
            <a:avLst>
              <a:gd fmla="val 8000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300" name="Google Shape;300;g3fb0303ed91_0_117"/>
          <p:cNvCxnSpPr/>
          <p:nvPr/>
        </p:nvCxnSpPr>
        <p:spPr>
          <a:xfrm>
            <a:off x="389675" y="329178"/>
            <a:ext cx="0" cy="914400"/>
          </a:xfrm>
          <a:prstGeom prst="straightConnector1">
            <a:avLst/>
          </a:prstGeom>
          <a:noFill/>
          <a:ln cap="flat" cmpd="sng" w="317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g3fb0303ed91_0_117"/>
          <p:cNvSpPr/>
          <p:nvPr/>
        </p:nvSpPr>
        <p:spPr>
          <a:xfrm>
            <a:off x="568074" y="364242"/>
            <a:ext cx="93399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この北海道のラーメン屋の名前、何？</a:t>
            </a:r>
            <a:endParaRPr sz="2100"/>
          </a:p>
        </p:txBody>
      </p:sp>
      <p:sp>
        <p:nvSpPr>
          <p:cNvPr id="302" name="Google Shape;302;g3fb0303ed91_0_117"/>
          <p:cNvSpPr/>
          <p:nvPr/>
        </p:nvSpPr>
        <p:spPr>
          <a:xfrm>
            <a:off x="5053517" y="27619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00D9FF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3" name="Google Shape;303;g3fb0303ed91_0_117"/>
          <p:cNvSpPr/>
          <p:nvPr/>
        </p:nvSpPr>
        <p:spPr>
          <a:xfrm>
            <a:off x="5181533" y="2880770"/>
            <a:ext cx="310800" cy="310800"/>
          </a:xfrm>
          <a:prstGeom prst="ellipse">
            <a:avLst/>
          </a:prstGeom>
          <a:solidFill>
            <a:srgbClr val="00D9FF"/>
          </a:solidFill>
          <a:ln cap="flat" cmpd="sng" w="12700">
            <a:solidFill>
              <a:srgbClr val="00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4" name="Google Shape;304;g3fb0303ed91_0_117"/>
          <p:cNvSpPr/>
          <p:nvPr/>
        </p:nvSpPr>
        <p:spPr>
          <a:xfrm>
            <a:off x="5108381" y="279847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000"/>
          </a:p>
        </p:txBody>
      </p:sp>
      <p:sp>
        <p:nvSpPr>
          <p:cNvPr id="305" name="Google Shape;305;g3fb0303ed91_0_117"/>
          <p:cNvSpPr/>
          <p:nvPr/>
        </p:nvSpPr>
        <p:spPr>
          <a:xfrm>
            <a:off x="5602153" y="28350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雪風</a:t>
            </a:r>
            <a:endParaRPr sz="1500"/>
          </a:p>
        </p:txBody>
      </p:sp>
      <p:sp>
        <p:nvSpPr>
          <p:cNvPr id="306" name="Google Shape;306;g3fb0303ed91_0_117"/>
          <p:cNvSpPr/>
          <p:nvPr/>
        </p:nvSpPr>
        <p:spPr>
          <a:xfrm>
            <a:off x="8416140" y="27619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4D9D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7" name="Google Shape;307;g3fb0303ed91_0_117"/>
          <p:cNvSpPr/>
          <p:nvPr/>
        </p:nvSpPr>
        <p:spPr>
          <a:xfrm>
            <a:off x="8561896" y="2880770"/>
            <a:ext cx="310800" cy="310800"/>
          </a:xfrm>
          <a:prstGeom prst="ellipse">
            <a:avLst/>
          </a:prstGeom>
          <a:solidFill>
            <a:srgbClr val="FF4D9D"/>
          </a:solidFill>
          <a:ln cap="flat" cmpd="sng" w="12700">
            <a:solidFill>
              <a:srgbClr val="FF4D9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8" name="Google Shape;308;g3fb0303ed91_0_117"/>
          <p:cNvSpPr/>
          <p:nvPr/>
        </p:nvSpPr>
        <p:spPr>
          <a:xfrm>
            <a:off x="8488744" y="279847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000"/>
          </a:p>
        </p:txBody>
      </p:sp>
      <p:sp>
        <p:nvSpPr>
          <p:cNvPr id="309" name="Google Shape;309;g3fb0303ed91_0_117"/>
          <p:cNvSpPr/>
          <p:nvPr/>
        </p:nvSpPr>
        <p:spPr>
          <a:xfrm>
            <a:off x="8982523" y="28350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粉雪</a:t>
            </a:r>
            <a:endParaRPr sz="1500"/>
          </a:p>
        </p:txBody>
      </p:sp>
      <p:sp>
        <p:nvSpPr>
          <p:cNvPr id="310" name="Google Shape;310;g3fb0303ed91_0_117"/>
          <p:cNvSpPr/>
          <p:nvPr/>
        </p:nvSpPr>
        <p:spPr>
          <a:xfrm>
            <a:off x="5053517" y="38452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D65A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1" name="Google Shape;311;g3fb0303ed91_0_117"/>
          <p:cNvSpPr/>
          <p:nvPr/>
        </p:nvSpPr>
        <p:spPr>
          <a:xfrm>
            <a:off x="5181533" y="3964069"/>
            <a:ext cx="310800" cy="310800"/>
          </a:xfrm>
          <a:prstGeom prst="ellipse">
            <a:avLst/>
          </a:prstGeom>
          <a:solidFill>
            <a:srgbClr val="FFD65A"/>
          </a:solidFill>
          <a:ln cap="flat" cmpd="sng" w="12700">
            <a:solidFill>
              <a:srgbClr val="FFD6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2" name="Google Shape;312;g3fb0303ed91_0_117"/>
          <p:cNvSpPr/>
          <p:nvPr/>
        </p:nvSpPr>
        <p:spPr>
          <a:xfrm>
            <a:off x="5108381" y="38817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000"/>
          </a:p>
        </p:txBody>
      </p:sp>
      <p:sp>
        <p:nvSpPr>
          <p:cNvPr id="313" name="Google Shape;313;g3fb0303ed91_0_117"/>
          <p:cNvSpPr/>
          <p:nvPr/>
        </p:nvSpPr>
        <p:spPr>
          <a:xfrm>
            <a:off x="5602153" y="39183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雪花</a:t>
            </a:r>
            <a:endParaRPr sz="1500"/>
          </a:p>
        </p:txBody>
      </p:sp>
      <p:sp>
        <p:nvSpPr>
          <p:cNvPr id="314" name="Google Shape;314;g3fb0303ed91_0_117"/>
          <p:cNvSpPr/>
          <p:nvPr/>
        </p:nvSpPr>
        <p:spPr>
          <a:xfrm>
            <a:off x="8416140" y="38452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4DE3A3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5" name="Google Shape;315;g3fb0303ed91_0_117"/>
          <p:cNvSpPr/>
          <p:nvPr/>
        </p:nvSpPr>
        <p:spPr>
          <a:xfrm>
            <a:off x="8561896" y="3964069"/>
            <a:ext cx="310800" cy="310800"/>
          </a:xfrm>
          <a:prstGeom prst="ellipse">
            <a:avLst/>
          </a:prstGeom>
          <a:solidFill>
            <a:srgbClr val="4DE3A3"/>
          </a:solidFill>
          <a:ln cap="flat" cmpd="sng" w="12700">
            <a:solidFill>
              <a:srgbClr val="4DE3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6" name="Google Shape;316;g3fb0303ed91_0_117"/>
          <p:cNvSpPr/>
          <p:nvPr/>
        </p:nvSpPr>
        <p:spPr>
          <a:xfrm>
            <a:off x="8488744" y="38817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000"/>
          </a:p>
        </p:txBody>
      </p:sp>
      <p:sp>
        <p:nvSpPr>
          <p:cNvPr id="317" name="Google Shape;317;g3fb0303ed91_0_117"/>
          <p:cNvSpPr/>
          <p:nvPr/>
        </p:nvSpPr>
        <p:spPr>
          <a:xfrm>
            <a:off x="8982523" y="39183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雪影</a:t>
            </a:r>
            <a:endParaRPr sz="1500"/>
          </a:p>
        </p:txBody>
      </p:sp>
      <p:pic>
        <p:nvPicPr>
          <p:cNvPr id="318" name="Google Shape;318;g3fb0303ed91_0_117" title="BE3ECF4C-1018-4B4D-9C43-752279B695A32025-10-26_21-13-40_255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075" y="1484135"/>
            <a:ext cx="3693800" cy="4925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b0303ed91_0_142"/>
          <p:cNvSpPr/>
          <p:nvPr/>
        </p:nvSpPr>
        <p:spPr>
          <a:xfrm>
            <a:off x="5053517" y="278015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228600">
            <a:solidFill>
              <a:srgbClr val="00D9FF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25" name="Google Shape;325;g3fb0303ed91_0_142"/>
          <p:cNvSpPr/>
          <p:nvPr/>
        </p:nvSpPr>
        <p:spPr>
          <a:xfrm>
            <a:off x="389675" y="329178"/>
            <a:ext cx="9720000" cy="914400"/>
          </a:xfrm>
          <a:prstGeom prst="roundRect">
            <a:avLst>
              <a:gd fmla="val 8000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326" name="Google Shape;326;g3fb0303ed91_0_142"/>
          <p:cNvCxnSpPr/>
          <p:nvPr/>
        </p:nvCxnSpPr>
        <p:spPr>
          <a:xfrm>
            <a:off x="389675" y="329178"/>
            <a:ext cx="0" cy="914400"/>
          </a:xfrm>
          <a:prstGeom prst="straightConnector1">
            <a:avLst/>
          </a:prstGeom>
          <a:noFill/>
          <a:ln cap="flat" cmpd="sng" w="317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g3fb0303ed91_0_142"/>
          <p:cNvSpPr/>
          <p:nvPr/>
        </p:nvSpPr>
        <p:spPr>
          <a:xfrm>
            <a:off x="568075" y="364250"/>
            <a:ext cx="1813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正解は...</a:t>
            </a:r>
            <a:endParaRPr sz="2100"/>
          </a:p>
        </p:txBody>
      </p:sp>
      <p:sp>
        <p:nvSpPr>
          <p:cNvPr id="328" name="Google Shape;328;g3fb0303ed91_0_142"/>
          <p:cNvSpPr/>
          <p:nvPr/>
        </p:nvSpPr>
        <p:spPr>
          <a:xfrm>
            <a:off x="2157437" y="351025"/>
            <a:ext cx="1813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5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A</a:t>
            </a:r>
            <a:endParaRPr b="1" sz="2600"/>
          </a:p>
        </p:txBody>
      </p:sp>
      <p:sp>
        <p:nvSpPr>
          <p:cNvPr id="329" name="Google Shape;329;g3fb0303ed91_0_142"/>
          <p:cNvSpPr/>
          <p:nvPr/>
        </p:nvSpPr>
        <p:spPr>
          <a:xfrm>
            <a:off x="815400" y="5973449"/>
            <a:ext cx="10440900" cy="457200"/>
          </a:xfrm>
          <a:prstGeom prst="roundRect">
            <a:avLst>
              <a:gd fmla="val 11111" name="adj"/>
            </a:avLst>
          </a:prstGeom>
          <a:solidFill>
            <a:srgbClr val="0B1729"/>
          </a:solidFill>
          <a:ln cap="flat" cmpd="sng" w="10025">
            <a:solidFill>
              <a:srgbClr val="23354E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375" lIns="90375" spcFirstLastPara="1" rIns="90375" wrap="square" tIns="9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330" name="Google Shape;330;g3fb0303ed91_0_142"/>
          <p:cNvSpPr/>
          <p:nvPr/>
        </p:nvSpPr>
        <p:spPr>
          <a:xfrm>
            <a:off x="1027823" y="5918013"/>
            <a:ext cx="9609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lang="en-US" sz="2566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忘れられないおいしさだったね...</a:t>
            </a:r>
            <a:endParaRPr sz="638"/>
          </a:p>
        </p:txBody>
      </p:sp>
      <p:sp>
        <p:nvSpPr>
          <p:cNvPr id="331" name="Google Shape;331;g3fb0303ed91_0_142"/>
          <p:cNvSpPr/>
          <p:nvPr/>
        </p:nvSpPr>
        <p:spPr>
          <a:xfrm>
            <a:off x="5053517" y="27619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00D9FF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32" name="Google Shape;332;g3fb0303ed91_0_142"/>
          <p:cNvSpPr/>
          <p:nvPr/>
        </p:nvSpPr>
        <p:spPr>
          <a:xfrm>
            <a:off x="5181533" y="2880770"/>
            <a:ext cx="310800" cy="310800"/>
          </a:xfrm>
          <a:prstGeom prst="ellipse">
            <a:avLst/>
          </a:prstGeom>
          <a:solidFill>
            <a:srgbClr val="00D9FF"/>
          </a:solidFill>
          <a:ln cap="flat" cmpd="sng" w="12700">
            <a:solidFill>
              <a:srgbClr val="00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33" name="Google Shape;333;g3fb0303ed91_0_142"/>
          <p:cNvSpPr/>
          <p:nvPr/>
        </p:nvSpPr>
        <p:spPr>
          <a:xfrm>
            <a:off x="5108381" y="279847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000"/>
          </a:p>
        </p:txBody>
      </p:sp>
      <p:sp>
        <p:nvSpPr>
          <p:cNvPr id="334" name="Google Shape;334;g3fb0303ed91_0_142"/>
          <p:cNvSpPr/>
          <p:nvPr/>
        </p:nvSpPr>
        <p:spPr>
          <a:xfrm>
            <a:off x="5602153" y="28350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雪風</a:t>
            </a:r>
            <a:endParaRPr sz="1500"/>
          </a:p>
        </p:txBody>
      </p:sp>
      <p:sp>
        <p:nvSpPr>
          <p:cNvPr id="335" name="Google Shape;335;g3fb0303ed91_0_142"/>
          <p:cNvSpPr/>
          <p:nvPr/>
        </p:nvSpPr>
        <p:spPr>
          <a:xfrm>
            <a:off x="8416140" y="27619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4D9D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36" name="Google Shape;336;g3fb0303ed91_0_142"/>
          <p:cNvSpPr/>
          <p:nvPr/>
        </p:nvSpPr>
        <p:spPr>
          <a:xfrm>
            <a:off x="8561896" y="2880770"/>
            <a:ext cx="310800" cy="310800"/>
          </a:xfrm>
          <a:prstGeom prst="ellipse">
            <a:avLst/>
          </a:prstGeom>
          <a:solidFill>
            <a:srgbClr val="FF4D9D"/>
          </a:solidFill>
          <a:ln cap="flat" cmpd="sng" w="12700">
            <a:solidFill>
              <a:srgbClr val="FF4D9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37" name="Google Shape;337;g3fb0303ed91_0_142"/>
          <p:cNvSpPr/>
          <p:nvPr/>
        </p:nvSpPr>
        <p:spPr>
          <a:xfrm>
            <a:off x="8488744" y="279847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000"/>
          </a:p>
        </p:txBody>
      </p:sp>
      <p:sp>
        <p:nvSpPr>
          <p:cNvPr id="338" name="Google Shape;338;g3fb0303ed91_0_142"/>
          <p:cNvSpPr/>
          <p:nvPr/>
        </p:nvSpPr>
        <p:spPr>
          <a:xfrm>
            <a:off x="8982523" y="28350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粉雪</a:t>
            </a:r>
            <a:endParaRPr sz="1500"/>
          </a:p>
        </p:txBody>
      </p:sp>
      <p:sp>
        <p:nvSpPr>
          <p:cNvPr id="339" name="Google Shape;339;g3fb0303ed91_0_142"/>
          <p:cNvSpPr/>
          <p:nvPr/>
        </p:nvSpPr>
        <p:spPr>
          <a:xfrm>
            <a:off x="5053517" y="38452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D65A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40" name="Google Shape;340;g3fb0303ed91_0_142"/>
          <p:cNvSpPr/>
          <p:nvPr/>
        </p:nvSpPr>
        <p:spPr>
          <a:xfrm>
            <a:off x="5181533" y="3964069"/>
            <a:ext cx="310800" cy="310800"/>
          </a:xfrm>
          <a:prstGeom prst="ellipse">
            <a:avLst/>
          </a:prstGeom>
          <a:solidFill>
            <a:srgbClr val="FFD65A"/>
          </a:solidFill>
          <a:ln cap="flat" cmpd="sng" w="12700">
            <a:solidFill>
              <a:srgbClr val="FFD6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41" name="Google Shape;341;g3fb0303ed91_0_142"/>
          <p:cNvSpPr/>
          <p:nvPr/>
        </p:nvSpPr>
        <p:spPr>
          <a:xfrm>
            <a:off x="5108381" y="38817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000"/>
          </a:p>
        </p:txBody>
      </p:sp>
      <p:sp>
        <p:nvSpPr>
          <p:cNvPr id="342" name="Google Shape;342;g3fb0303ed91_0_142"/>
          <p:cNvSpPr/>
          <p:nvPr/>
        </p:nvSpPr>
        <p:spPr>
          <a:xfrm>
            <a:off x="5602153" y="39183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雪花</a:t>
            </a:r>
            <a:endParaRPr sz="1500"/>
          </a:p>
        </p:txBody>
      </p:sp>
      <p:sp>
        <p:nvSpPr>
          <p:cNvPr id="343" name="Google Shape;343;g3fb0303ed91_0_142"/>
          <p:cNvSpPr/>
          <p:nvPr/>
        </p:nvSpPr>
        <p:spPr>
          <a:xfrm>
            <a:off x="8416140" y="38452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4DE3A3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44" name="Google Shape;344;g3fb0303ed91_0_142"/>
          <p:cNvSpPr/>
          <p:nvPr/>
        </p:nvSpPr>
        <p:spPr>
          <a:xfrm>
            <a:off x="8561896" y="3964069"/>
            <a:ext cx="310800" cy="310800"/>
          </a:xfrm>
          <a:prstGeom prst="ellipse">
            <a:avLst/>
          </a:prstGeom>
          <a:solidFill>
            <a:srgbClr val="4DE3A3"/>
          </a:solidFill>
          <a:ln cap="flat" cmpd="sng" w="12700">
            <a:solidFill>
              <a:srgbClr val="4DE3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45" name="Google Shape;345;g3fb0303ed91_0_142"/>
          <p:cNvSpPr/>
          <p:nvPr/>
        </p:nvSpPr>
        <p:spPr>
          <a:xfrm>
            <a:off x="8488744" y="38817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000"/>
          </a:p>
        </p:txBody>
      </p:sp>
      <p:sp>
        <p:nvSpPr>
          <p:cNvPr id="346" name="Google Shape;346;g3fb0303ed91_0_142"/>
          <p:cNvSpPr/>
          <p:nvPr/>
        </p:nvSpPr>
        <p:spPr>
          <a:xfrm>
            <a:off x="8982523" y="39183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雪影</a:t>
            </a:r>
            <a:endParaRPr sz="1500"/>
          </a:p>
        </p:txBody>
      </p:sp>
      <p:pic>
        <p:nvPicPr>
          <p:cNvPr id="347" name="Google Shape;347;g3fb0303ed91_0_142" title="IMG_755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607" y="2023161"/>
            <a:ext cx="4239995" cy="31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g3fb0303ed91_0_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3888" y="292608"/>
            <a:ext cx="9875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g3fb0303ed91_0_174"/>
          <p:cNvSpPr/>
          <p:nvPr/>
        </p:nvSpPr>
        <p:spPr>
          <a:xfrm>
            <a:off x="389675" y="329178"/>
            <a:ext cx="9720000" cy="914400"/>
          </a:xfrm>
          <a:prstGeom prst="roundRect">
            <a:avLst>
              <a:gd fmla="val 8000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355" name="Google Shape;355;g3fb0303ed91_0_174"/>
          <p:cNvCxnSpPr/>
          <p:nvPr/>
        </p:nvCxnSpPr>
        <p:spPr>
          <a:xfrm>
            <a:off x="389675" y="329178"/>
            <a:ext cx="0" cy="914400"/>
          </a:xfrm>
          <a:prstGeom prst="straightConnector1">
            <a:avLst/>
          </a:prstGeom>
          <a:noFill/>
          <a:ln cap="flat" cmpd="sng" w="317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g3fb0303ed91_0_174"/>
          <p:cNvSpPr/>
          <p:nvPr/>
        </p:nvSpPr>
        <p:spPr>
          <a:xfrm>
            <a:off x="568074" y="364242"/>
            <a:ext cx="93399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100%ドラえもんにいなかったのは次のうちどれ？</a:t>
            </a:r>
            <a:endParaRPr sz="2100"/>
          </a:p>
        </p:txBody>
      </p:sp>
      <p:sp>
        <p:nvSpPr>
          <p:cNvPr id="357" name="Google Shape;357;g3fb0303ed91_0_174"/>
          <p:cNvSpPr/>
          <p:nvPr/>
        </p:nvSpPr>
        <p:spPr>
          <a:xfrm>
            <a:off x="5053517" y="27619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00D9FF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58" name="Google Shape;358;g3fb0303ed91_0_174"/>
          <p:cNvSpPr/>
          <p:nvPr/>
        </p:nvSpPr>
        <p:spPr>
          <a:xfrm>
            <a:off x="5181533" y="2880770"/>
            <a:ext cx="310800" cy="310800"/>
          </a:xfrm>
          <a:prstGeom prst="ellipse">
            <a:avLst/>
          </a:prstGeom>
          <a:solidFill>
            <a:srgbClr val="00D9FF"/>
          </a:solidFill>
          <a:ln cap="flat" cmpd="sng" w="12700">
            <a:solidFill>
              <a:srgbClr val="00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59" name="Google Shape;359;g3fb0303ed91_0_174"/>
          <p:cNvSpPr/>
          <p:nvPr/>
        </p:nvSpPr>
        <p:spPr>
          <a:xfrm>
            <a:off x="5108381" y="279847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000"/>
          </a:p>
        </p:txBody>
      </p:sp>
      <p:sp>
        <p:nvSpPr>
          <p:cNvPr id="360" name="Google Shape;360;g3fb0303ed91_0_174"/>
          <p:cNvSpPr/>
          <p:nvPr/>
        </p:nvSpPr>
        <p:spPr>
          <a:xfrm>
            <a:off x="5602153" y="28350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桜ドラえもん</a:t>
            </a:r>
            <a:endParaRPr sz="1500"/>
          </a:p>
        </p:txBody>
      </p:sp>
      <p:sp>
        <p:nvSpPr>
          <p:cNvPr id="361" name="Google Shape;361;g3fb0303ed91_0_174"/>
          <p:cNvSpPr/>
          <p:nvPr/>
        </p:nvSpPr>
        <p:spPr>
          <a:xfrm>
            <a:off x="8416140" y="27619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4D9D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2" name="Google Shape;362;g3fb0303ed91_0_174"/>
          <p:cNvSpPr/>
          <p:nvPr/>
        </p:nvSpPr>
        <p:spPr>
          <a:xfrm>
            <a:off x="8561896" y="2880770"/>
            <a:ext cx="310800" cy="310800"/>
          </a:xfrm>
          <a:prstGeom prst="ellipse">
            <a:avLst/>
          </a:prstGeom>
          <a:solidFill>
            <a:srgbClr val="FF4D9D"/>
          </a:solidFill>
          <a:ln cap="flat" cmpd="sng" w="12700">
            <a:solidFill>
              <a:srgbClr val="FF4D9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3" name="Google Shape;363;g3fb0303ed91_0_174"/>
          <p:cNvSpPr/>
          <p:nvPr/>
        </p:nvSpPr>
        <p:spPr>
          <a:xfrm>
            <a:off x="8488744" y="279847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000"/>
          </a:p>
        </p:txBody>
      </p:sp>
      <p:sp>
        <p:nvSpPr>
          <p:cNvPr id="364" name="Google Shape;364;g3fb0303ed91_0_174"/>
          <p:cNvSpPr/>
          <p:nvPr/>
        </p:nvSpPr>
        <p:spPr>
          <a:xfrm>
            <a:off x="8982523" y="28350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おすもう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ドラえもん</a:t>
            </a:r>
            <a:endParaRPr sz="1500"/>
          </a:p>
        </p:txBody>
      </p:sp>
      <p:sp>
        <p:nvSpPr>
          <p:cNvPr id="365" name="Google Shape;365;g3fb0303ed91_0_174"/>
          <p:cNvSpPr/>
          <p:nvPr/>
        </p:nvSpPr>
        <p:spPr>
          <a:xfrm>
            <a:off x="5053517" y="38452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D65A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6" name="Google Shape;366;g3fb0303ed91_0_174"/>
          <p:cNvSpPr/>
          <p:nvPr/>
        </p:nvSpPr>
        <p:spPr>
          <a:xfrm>
            <a:off x="5181533" y="3964069"/>
            <a:ext cx="310800" cy="310800"/>
          </a:xfrm>
          <a:prstGeom prst="ellipse">
            <a:avLst/>
          </a:prstGeom>
          <a:solidFill>
            <a:srgbClr val="FFD65A"/>
          </a:solidFill>
          <a:ln cap="flat" cmpd="sng" w="12700">
            <a:solidFill>
              <a:srgbClr val="FFD6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7" name="Google Shape;367;g3fb0303ed91_0_174"/>
          <p:cNvSpPr/>
          <p:nvPr/>
        </p:nvSpPr>
        <p:spPr>
          <a:xfrm>
            <a:off x="5108381" y="38817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000"/>
          </a:p>
        </p:txBody>
      </p:sp>
      <p:sp>
        <p:nvSpPr>
          <p:cNvPr id="368" name="Google Shape;368;g3fb0303ed91_0_174"/>
          <p:cNvSpPr/>
          <p:nvPr/>
        </p:nvSpPr>
        <p:spPr>
          <a:xfrm>
            <a:off x="5602153" y="39183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芝犬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ドラえもん</a:t>
            </a:r>
            <a:endParaRPr sz="1500"/>
          </a:p>
        </p:txBody>
      </p:sp>
      <p:sp>
        <p:nvSpPr>
          <p:cNvPr id="369" name="Google Shape;369;g3fb0303ed91_0_174"/>
          <p:cNvSpPr/>
          <p:nvPr/>
        </p:nvSpPr>
        <p:spPr>
          <a:xfrm>
            <a:off x="8416140" y="38452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4DE3A3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70" name="Google Shape;370;g3fb0303ed91_0_174"/>
          <p:cNvSpPr/>
          <p:nvPr/>
        </p:nvSpPr>
        <p:spPr>
          <a:xfrm>
            <a:off x="8561896" y="3964069"/>
            <a:ext cx="310800" cy="310800"/>
          </a:xfrm>
          <a:prstGeom prst="ellipse">
            <a:avLst/>
          </a:prstGeom>
          <a:solidFill>
            <a:srgbClr val="4DE3A3"/>
          </a:solidFill>
          <a:ln cap="flat" cmpd="sng" w="12700">
            <a:solidFill>
              <a:srgbClr val="4DE3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71" name="Google Shape;371;g3fb0303ed91_0_174"/>
          <p:cNvSpPr/>
          <p:nvPr/>
        </p:nvSpPr>
        <p:spPr>
          <a:xfrm>
            <a:off x="8488744" y="38817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000"/>
          </a:p>
        </p:txBody>
      </p:sp>
      <p:sp>
        <p:nvSpPr>
          <p:cNvPr id="372" name="Google Shape;372;g3fb0303ed91_0_174"/>
          <p:cNvSpPr/>
          <p:nvPr/>
        </p:nvSpPr>
        <p:spPr>
          <a:xfrm>
            <a:off x="8982523" y="39183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富士山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ドラえもん</a:t>
            </a:r>
            <a:endParaRPr sz="1500"/>
          </a:p>
        </p:txBody>
      </p:sp>
      <p:pic>
        <p:nvPicPr>
          <p:cNvPr id="373" name="Google Shape;373;g3fb0303ed91_0_174" title="DE58D4E7-B282-4F06-A704-FD20635F48D32026-04-18_13-15-04_53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1499" y="1464875"/>
            <a:ext cx="3569576" cy="4759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b0303ed91_0_199"/>
          <p:cNvSpPr/>
          <p:nvPr/>
        </p:nvSpPr>
        <p:spPr>
          <a:xfrm>
            <a:off x="8416140" y="38452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228600">
            <a:solidFill>
              <a:srgbClr val="4DE3A3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80" name="Google Shape;380;g3fb0303ed91_0_199"/>
          <p:cNvSpPr/>
          <p:nvPr/>
        </p:nvSpPr>
        <p:spPr>
          <a:xfrm>
            <a:off x="389675" y="329178"/>
            <a:ext cx="9720000" cy="914400"/>
          </a:xfrm>
          <a:prstGeom prst="roundRect">
            <a:avLst>
              <a:gd fmla="val 8000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381" name="Google Shape;381;g3fb0303ed91_0_199"/>
          <p:cNvCxnSpPr/>
          <p:nvPr/>
        </p:nvCxnSpPr>
        <p:spPr>
          <a:xfrm>
            <a:off x="389675" y="329178"/>
            <a:ext cx="0" cy="914400"/>
          </a:xfrm>
          <a:prstGeom prst="straightConnector1">
            <a:avLst/>
          </a:prstGeom>
          <a:noFill/>
          <a:ln cap="flat" cmpd="sng" w="317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2" name="Google Shape;382;g3fb0303ed91_0_199"/>
          <p:cNvSpPr/>
          <p:nvPr/>
        </p:nvSpPr>
        <p:spPr>
          <a:xfrm>
            <a:off x="568075" y="364250"/>
            <a:ext cx="1813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正解は...</a:t>
            </a:r>
            <a:endParaRPr sz="2100"/>
          </a:p>
        </p:txBody>
      </p:sp>
      <p:sp>
        <p:nvSpPr>
          <p:cNvPr id="383" name="Google Shape;383;g3fb0303ed91_0_199"/>
          <p:cNvSpPr/>
          <p:nvPr/>
        </p:nvSpPr>
        <p:spPr>
          <a:xfrm>
            <a:off x="2157437" y="351025"/>
            <a:ext cx="1813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5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D</a:t>
            </a:r>
            <a:endParaRPr b="1" sz="2600"/>
          </a:p>
        </p:txBody>
      </p:sp>
      <p:sp>
        <p:nvSpPr>
          <p:cNvPr id="384" name="Google Shape;384;g3fb0303ed91_0_199"/>
          <p:cNvSpPr/>
          <p:nvPr/>
        </p:nvSpPr>
        <p:spPr>
          <a:xfrm>
            <a:off x="815400" y="5973449"/>
            <a:ext cx="10440900" cy="457200"/>
          </a:xfrm>
          <a:prstGeom prst="roundRect">
            <a:avLst>
              <a:gd fmla="val 11111" name="adj"/>
            </a:avLst>
          </a:prstGeom>
          <a:solidFill>
            <a:srgbClr val="0B1729"/>
          </a:solidFill>
          <a:ln cap="flat" cmpd="sng" w="10025">
            <a:solidFill>
              <a:srgbClr val="23354E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375" lIns="90375" spcFirstLastPara="1" rIns="90375" wrap="square" tIns="9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385" name="Google Shape;385;g3fb0303ed91_0_199"/>
          <p:cNvSpPr/>
          <p:nvPr/>
        </p:nvSpPr>
        <p:spPr>
          <a:xfrm>
            <a:off x="1027823" y="5918013"/>
            <a:ext cx="9609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lang="en-US" sz="2566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意外と難しかった？笑</a:t>
            </a:r>
            <a:endParaRPr sz="638"/>
          </a:p>
        </p:txBody>
      </p:sp>
      <p:pic>
        <p:nvPicPr>
          <p:cNvPr id="386" name="Google Shape;386;g3fb0303ed91_0_1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525" y="1738215"/>
            <a:ext cx="4358674" cy="360231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g3fb0303ed91_0_199"/>
          <p:cNvSpPr/>
          <p:nvPr/>
        </p:nvSpPr>
        <p:spPr>
          <a:xfrm>
            <a:off x="5053517" y="27619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00D9FF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88" name="Google Shape;388;g3fb0303ed91_0_199"/>
          <p:cNvSpPr/>
          <p:nvPr/>
        </p:nvSpPr>
        <p:spPr>
          <a:xfrm>
            <a:off x="5181533" y="2880770"/>
            <a:ext cx="310800" cy="310800"/>
          </a:xfrm>
          <a:prstGeom prst="ellipse">
            <a:avLst/>
          </a:prstGeom>
          <a:solidFill>
            <a:srgbClr val="00D9FF"/>
          </a:solidFill>
          <a:ln cap="flat" cmpd="sng" w="12700">
            <a:solidFill>
              <a:srgbClr val="00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89" name="Google Shape;389;g3fb0303ed91_0_199"/>
          <p:cNvSpPr/>
          <p:nvPr/>
        </p:nvSpPr>
        <p:spPr>
          <a:xfrm>
            <a:off x="5108381" y="279847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000"/>
          </a:p>
        </p:txBody>
      </p:sp>
      <p:sp>
        <p:nvSpPr>
          <p:cNvPr id="390" name="Google Shape;390;g3fb0303ed91_0_199"/>
          <p:cNvSpPr/>
          <p:nvPr/>
        </p:nvSpPr>
        <p:spPr>
          <a:xfrm>
            <a:off x="5602153" y="28350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桜ドラえもん</a:t>
            </a:r>
            <a:endParaRPr sz="1500"/>
          </a:p>
        </p:txBody>
      </p:sp>
      <p:sp>
        <p:nvSpPr>
          <p:cNvPr id="391" name="Google Shape;391;g3fb0303ed91_0_199"/>
          <p:cNvSpPr/>
          <p:nvPr/>
        </p:nvSpPr>
        <p:spPr>
          <a:xfrm>
            <a:off x="8416140" y="27619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4D9D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92" name="Google Shape;392;g3fb0303ed91_0_199"/>
          <p:cNvSpPr/>
          <p:nvPr/>
        </p:nvSpPr>
        <p:spPr>
          <a:xfrm>
            <a:off x="8561896" y="2880770"/>
            <a:ext cx="310800" cy="310800"/>
          </a:xfrm>
          <a:prstGeom prst="ellipse">
            <a:avLst/>
          </a:prstGeom>
          <a:solidFill>
            <a:srgbClr val="FF4D9D"/>
          </a:solidFill>
          <a:ln cap="flat" cmpd="sng" w="12700">
            <a:solidFill>
              <a:srgbClr val="FF4D9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93" name="Google Shape;393;g3fb0303ed91_0_199"/>
          <p:cNvSpPr/>
          <p:nvPr/>
        </p:nvSpPr>
        <p:spPr>
          <a:xfrm>
            <a:off x="8488744" y="279847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000"/>
          </a:p>
        </p:txBody>
      </p:sp>
      <p:sp>
        <p:nvSpPr>
          <p:cNvPr id="394" name="Google Shape;394;g3fb0303ed91_0_199"/>
          <p:cNvSpPr/>
          <p:nvPr/>
        </p:nvSpPr>
        <p:spPr>
          <a:xfrm>
            <a:off x="8982523" y="28350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おすもう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ドラえもん</a:t>
            </a:r>
            <a:endParaRPr sz="1500"/>
          </a:p>
        </p:txBody>
      </p:sp>
      <p:sp>
        <p:nvSpPr>
          <p:cNvPr id="395" name="Google Shape;395;g3fb0303ed91_0_199"/>
          <p:cNvSpPr/>
          <p:nvPr/>
        </p:nvSpPr>
        <p:spPr>
          <a:xfrm>
            <a:off x="5053517" y="38452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D65A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96" name="Google Shape;396;g3fb0303ed91_0_199"/>
          <p:cNvSpPr/>
          <p:nvPr/>
        </p:nvSpPr>
        <p:spPr>
          <a:xfrm>
            <a:off x="5181533" y="3964069"/>
            <a:ext cx="310800" cy="310800"/>
          </a:xfrm>
          <a:prstGeom prst="ellipse">
            <a:avLst/>
          </a:prstGeom>
          <a:solidFill>
            <a:srgbClr val="FFD65A"/>
          </a:solidFill>
          <a:ln cap="flat" cmpd="sng" w="12700">
            <a:solidFill>
              <a:srgbClr val="FFD6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97" name="Google Shape;397;g3fb0303ed91_0_199"/>
          <p:cNvSpPr/>
          <p:nvPr/>
        </p:nvSpPr>
        <p:spPr>
          <a:xfrm>
            <a:off x="5108381" y="38817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000"/>
          </a:p>
        </p:txBody>
      </p:sp>
      <p:sp>
        <p:nvSpPr>
          <p:cNvPr id="398" name="Google Shape;398;g3fb0303ed91_0_199"/>
          <p:cNvSpPr/>
          <p:nvPr/>
        </p:nvSpPr>
        <p:spPr>
          <a:xfrm>
            <a:off x="5602153" y="39183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芝犬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ドラえもん</a:t>
            </a:r>
            <a:endParaRPr sz="1500"/>
          </a:p>
        </p:txBody>
      </p:sp>
      <p:sp>
        <p:nvSpPr>
          <p:cNvPr id="399" name="Google Shape;399;g3fb0303ed91_0_199"/>
          <p:cNvSpPr/>
          <p:nvPr/>
        </p:nvSpPr>
        <p:spPr>
          <a:xfrm>
            <a:off x="8416140" y="38452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4DE3A3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00" name="Google Shape;400;g3fb0303ed91_0_199"/>
          <p:cNvSpPr/>
          <p:nvPr/>
        </p:nvSpPr>
        <p:spPr>
          <a:xfrm>
            <a:off x="8561896" y="3964069"/>
            <a:ext cx="310800" cy="310800"/>
          </a:xfrm>
          <a:prstGeom prst="ellipse">
            <a:avLst/>
          </a:prstGeom>
          <a:solidFill>
            <a:srgbClr val="4DE3A3"/>
          </a:solidFill>
          <a:ln cap="flat" cmpd="sng" w="12700">
            <a:solidFill>
              <a:srgbClr val="4DE3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01" name="Google Shape;401;g3fb0303ed91_0_199"/>
          <p:cNvSpPr/>
          <p:nvPr/>
        </p:nvSpPr>
        <p:spPr>
          <a:xfrm>
            <a:off x="8488744" y="38817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000"/>
          </a:p>
        </p:txBody>
      </p:sp>
      <p:sp>
        <p:nvSpPr>
          <p:cNvPr id="402" name="Google Shape;402;g3fb0303ed91_0_199"/>
          <p:cNvSpPr/>
          <p:nvPr/>
        </p:nvSpPr>
        <p:spPr>
          <a:xfrm>
            <a:off x="8982523" y="39183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富士山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ドラえもん</a:t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g3fb0303ed91_0_2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3888" y="292608"/>
            <a:ext cx="9875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g3fb0303ed91_0_247"/>
          <p:cNvSpPr/>
          <p:nvPr/>
        </p:nvSpPr>
        <p:spPr>
          <a:xfrm>
            <a:off x="389675" y="329178"/>
            <a:ext cx="9720000" cy="914400"/>
          </a:xfrm>
          <a:prstGeom prst="roundRect">
            <a:avLst>
              <a:gd fmla="val 8000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410" name="Google Shape;410;g3fb0303ed91_0_247"/>
          <p:cNvCxnSpPr/>
          <p:nvPr/>
        </p:nvCxnSpPr>
        <p:spPr>
          <a:xfrm>
            <a:off x="389675" y="329178"/>
            <a:ext cx="0" cy="914400"/>
          </a:xfrm>
          <a:prstGeom prst="straightConnector1">
            <a:avLst/>
          </a:prstGeom>
          <a:noFill/>
          <a:ln cap="flat" cmpd="sng" w="317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1" name="Google Shape;411;g3fb0303ed91_0_247"/>
          <p:cNvSpPr/>
          <p:nvPr/>
        </p:nvSpPr>
        <p:spPr>
          <a:xfrm>
            <a:off x="568074" y="364242"/>
            <a:ext cx="93399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この作品名は何？</a:t>
            </a:r>
            <a:endParaRPr sz="2100"/>
          </a:p>
        </p:txBody>
      </p:sp>
      <p:sp>
        <p:nvSpPr>
          <p:cNvPr id="412" name="Google Shape;412;g3fb0303ed91_0_247"/>
          <p:cNvSpPr/>
          <p:nvPr/>
        </p:nvSpPr>
        <p:spPr>
          <a:xfrm>
            <a:off x="5053517" y="161995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00D9FF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13" name="Google Shape;413;g3fb0303ed91_0_247"/>
          <p:cNvSpPr/>
          <p:nvPr/>
        </p:nvSpPr>
        <p:spPr>
          <a:xfrm>
            <a:off x="5181533" y="1738819"/>
            <a:ext cx="310800" cy="310800"/>
          </a:xfrm>
          <a:prstGeom prst="ellipse">
            <a:avLst/>
          </a:prstGeom>
          <a:solidFill>
            <a:srgbClr val="00D9FF"/>
          </a:solidFill>
          <a:ln cap="flat" cmpd="sng" w="12700">
            <a:solidFill>
              <a:srgbClr val="00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14" name="Google Shape;414;g3fb0303ed91_0_247"/>
          <p:cNvSpPr/>
          <p:nvPr/>
        </p:nvSpPr>
        <p:spPr>
          <a:xfrm>
            <a:off x="5108381" y="165652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000"/>
          </a:p>
        </p:txBody>
      </p:sp>
      <p:sp>
        <p:nvSpPr>
          <p:cNvPr id="415" name="Google Shape;415;g3fb0303ed91_0_247"/>
          <p:cNvSpPr/>
          <p:nvPr/>
        </p:nvSpPr>
        <p:spPr>
          <a:xfrm>
            <a:off x="5602153" y="169310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スイミング・プール</a:t>
            </a:r>
            <a:endParaRPr sz="1500"/>
          </a:p>
        </p:txBody>
      </p:sp>
      <p:sp>
        <p:nvSpPr>
          <p:cNvPr id="416" name="Google Shape;416;g3fb0303ed91_0_247"/>
          <p:cNvSpPr/>
          <p:nvPr/>
        </p:nvSpPr>
        <p:spPr>
          <a:xfrm>
            <a:off x="8416140" y="161995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4D9D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17" name="Google Shape;417;g3fb0303ed91_0_247"/>
          <p:cNvSpPr/>
          <p:nvPr/>
        </p:nvSpPr>
        <p:spPr>
          <a:xfrm>
            <a:off x="8561896" y="1738819"/>
            <a:ext cx="310800" cy="310800"/>
          </a:xfrm>
          <a:prstGeom prst="ellipse">
            <a:avLst/>
          </a:prstGeom>
          <a:solidFill>
            <a:srgbClr val="FF4D9D"/>
          </a:solidFill>
          <a:ln cap="flat" cmpd="sng" w="12700">
            <a:solidFill>
              <a:srgbClr val="FF4D9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18" name="Google Shape;418;g3fb0303ed91_0_247"/>
          <p:cNvSpPr/>
          <p:nvPr/>
        </p:nvSpPr>
        <p:spPr>
          <a:xfrm>
            <a:off x="8488744" y="165652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000"/>
          </a:p>
        </p:txBody>
      </p:sp>
      <p:sp>
        <p:nvSpPr>
          <p:cNvPr id="419" name="Google Shape;419;g3fb0303ed91_0_247"/>
          <p:cNvSpPr/>
          <p:nvPr/>
        </p:nvSpPr>
        <p:spPr>
          <a:xfrm>
            <a:off x="8982523" y="169310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日常の反転</a:t>
            </a:r>
            <a:endParaRPr sz="1500"/>
          </a:p>
        </p:txBody>
      </p:sp>
      <p:sp>
        <p:nvSpPr>
          <p:cNvPr id="420" name="Google Shape;420;g3fb0303ed91_0_247"/>
          <p:cNvSpPr/>
          <p:nvPr/>
        </p:nvSpPr>
        <p:spPr>
          <a:xfrm>
            <a:off x="5053517" y="2703249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D65A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21" name="Google Shape;421;g3fb0303ed91_0_247"/>
          <p:cNvSpPr/>
          <p:nvPr/>
        </p:nvSpPr>
        <p:spPr>
          <a:xfrm>
            <a:off x="5181533" y="2822119"/>
            <a:ext cx="310800" cy="310800"/>
          </a:xfrm>
          <a:prstGeom prst="ellipse">
            <a:avLst/>
          </a:prstGeom>
          <a:solidFill>
            <a:srgbClr val="FFD65A"/>
          </a:solidFill>
          <a:ln cap="flat" cmpd="sng" w="12700">
            <a:solidFill>
              <a:srgbClr val="FFD6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22" name="Google Shape;422;g3fb0303ed91_0_247"/>
          <p:cNvSpPr/>
          <p:nvPr/>
        </p:nvSpPr>
        <p:spPr>
          <a:xfrm>
            <a:off x="5108381" y="273982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000"/>
          </a:p>
        </p:txBody>
      </p:sp>
      <p:sp>
        <p:nvSpPr>
          <p:cNvPr id="423" name="Google Shape;423;g3fb0303ed91_0_247"/>
          <p:cNvSpPr/>
          <p:nvPr/>
        </p:nvSpPr>
        <p:spPr>
          <a:xfrm>
            <a:off x="5602153" y="2776399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Invisible Water</a:t>
            </a:r>
            <a:endParaRPr sz="1500"/>
          </a:p>
        </p:txBody>
      </p:sp>
      <p:sp>
        <p:nvSpPr>
          <p:cNvPr id="424" name="Google Shape;424;g3fb0303ed91_0_247"/>
          <p:cNvSpPr/>
          <p:nvPr/>
        </p:nvSpPr>
        <p:spPr>
          <a:xfrm>
            <a:off x="8416150" y="2703260"/>
            <a:ext cx="3105300" cy="35271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4DE3A3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25" name="Google Shape;425;g3fb0303ed91_0_247"/>
          <p:cNvSpPr/>
          <p:nvPr/>
        </p:nvSpPr>
        <p:spPr>
          <a:xfrm>
            <a:off x="8561896" y="2822119"/>
            <a:ext cx="310800" cy="310800"/>
          </a:xfrm>
          <a:prstGeom prst="ellipse">
            <a:avLst/>
          </a:prstGeom>
          <a:solidFill>
            <a:srgbClr val="4DE3A3"/>
          </a:solidFill>
          <a:ln cap="flat" cmpd="sng" w="12700">
            <a:solidFill>
              <a:srgbClr val="4DE3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26" name="Google Shape;426;g3fb0303ed91_0_247"/>
          <p:cNvSpPr/>
          <p:nvPr/>
        </p:nvSpPr>
        <p:spPr>
          <a:xfrm>
            <a:off x="8488744" y="273982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000"/>
          </a:p>
        </p:txBody>
      </p:sp>
      <p:sp>
        <p:nvSpPr>
          <p:cNvPr id="427" name="Google Shape;427;g3fb0303ed91_0_247"/>
          <p:cNvSpPr/>
          <p:nvPr/>
        </p:nvSpPr>
        <p:spPr>
          <a:xfrm>
            <a:off x="8982525" y="2776408"/>
            <a:ext cx="2289300" cy="3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あなたが見下ろすその水面の下で、誰かがあなたを見上げているということについて</a:t>
            </a:r>
            <a:endParaRPr sz="1500"/>
          </a:p>
        </p:txBody>
      </p:sp>
      <p:pic>
        <p:nvPicPr>
          <p:cNvPr id="428" name="Google Shape;428;g3fb0303ed91_0_247" title="IMG_8918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6149" y="1614275"/>
            <a:ext cx="3474924" cy="463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b0303ed91_0_272"/>
          <p:cNvSpPr/>
          <p:nvPr/>
        </p:nvSpPr>
        <p:spPr>
          <a:xfrm>
            <a:off x="5053517" y="16382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228600">
            <a:solidFill>
              <a:srgbClr val="00D9FF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35" name="Google Shape;435;g3fb0303ed91_0_272"/>
          <p:cNvSpPr/>
          <p:nvPr/>
        </p:nvSpPr>
        <p:spPr>
          <a:xfrm>
            <a:off x="389675" y="329178"/>
            <a:ext cx="9720000" cy="914400"/>
          </a:xfrm>
          <a:prstGeom prst="roundRect">
            <a:avLst>
              <a:gd fmla="val 8000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436" name="Google Shape;436;g3fb0303ed91_0_272"/>
          <p:cNvCxnSpPr/>
          <p:nvPr/>
        </p:nvCxnSpPr>
        <p:spPr>
          <a:xfrm>
            <a:off x="389675" y="329178"/>
            <a:ext cx="0" cy="914400"/>
          </a:xfrm>
          <a:prstGeom prst="straightConnector1">
            <a:avLst/>
          </a:prstGeom>
          <a:noFill/>
          <a:ln cap="flat" cmpd="sng" w="317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7" name="Google Shape;437;g3fb0303ed91_0_272"/>
          <p:cNvSpPr/>
          <p:nvPr/>
        </p:nvSpPr>
        <p:spPr>
          <a:xfrm>
            <a:off x="568075" y="364250"/>
            <a:ext cx="1813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正解は...</a:t>
            </a:r>
            <a:endParaRPr sz="2100"/>
          </a:p>
        </p:txBody>
      </p:sp>
      <p:sp>
        <p:nvSpPr>
          <p:cNvPr id="438" name="Google Shape;438;g3fb0303ed91_0_272"/>
          <p:cNvSpPr/>
          <p:nvPr/>
        </p:nvSpPr>
        <p:spPr>
          <a:xfrm>
            <a:off x="2157437" y="351025"/>
            <a:ext cx="1813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5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A</a:t>
            </a:r>
            <a:endParaRPr b="1" sz="2600"/>
          </a:p>
        </p:txBody>
      </p:sp>
      <p:sp>
        <p:nvSpPr>
          <p:cNvPr id="439" name="Google Shape;439;g3fb0303ed91_0_272"/>
          <p:cNvSpPr/>
          <p:nvPr/>
        </p:nvSpPr>
        <p:spPr>
          <a:xfrm>
            <a:off x="815400" y="5973450"/>
            <a:ext cx="7343400" cy="602700"/>
          </a:xfrm>
          <a:prstGeom prst="roundRect">
            <a:avLst>
              <a:gd fmla="val 11111" name="adj"/>
            </a:avLst>
          </a:prstGeom>
          <a:solidFill>
            <a:srgbClr val="0B1729"/>
          </a:solidFill>
          <a:ln cap="flat" cmpd="sng" w="10025">
            <a:solidFill>
              <a:srgbClr val="23354E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375" lIns="90375" spcFirstLastPara="1" rIns="90375" wrap="square" tIns="9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440" name="Google Shape;440;g3fb0303ed91_0_272"/>
          <p:cNvSpPr/>
          <p:nvPr/>
        </p:nvSpPr>
        <p:spPr>
          <a:xfrm>
            <a:off x="1027824" y="5918025"/>
            <a:ext cx="68637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lang="en-US" sz="2566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意外</a:t>
            </a:r>
            <a:r>
              <a:rPr lang="en-US" sz="2566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にシンプル！</a:t>
            </a:r>
            <a:endParaRPr sz="638"/>
          </a:p>
        </p:txBody>
      </p:sp>
      <p:sp>
        <p:nvSpPr>
          <p:cNvPr id="441" name="Google Shape;441;g3fb0303ed91_0_272"/>
          <p:cNvSpPr/>
          <p:nvPr/>
        </p:nvSpPr>
        <p:spPr>
          <a:xfrm>
            <a:off x="5053517" y="161995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00D9FF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42" name="Google Shape;442;g3fb0303ed91_0_272"/>
          <p:cNvSpPr/>
          <p:nvPr/>
        </p:nvSpPr>
        <p:spPr>
          <a:xfrm>
            <a:off x="5181533" y="1738819"/>
            <a:ext cx="310800" cy="310800"/>
          </a:xfrm>
          <a:prstGeom prst="ellipse">
            <a:avLst/>
          </a:prstGeom>
          <a:solidFill>
            <a:srgbClr val="00D9FF"/>
          </a:solidFill>
          <a:ln cap="flat" cmpd="sng" w="12700">
            <a:solidFill>
              <a:srgbClr val="00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43" name="Google Shape;443;g3fb0303ed91_0_272"/>
          <p:cNvSpPr/>
          <p:nvPr/>
        </p:nvSpPr>
        <p:spPr>
          <a:xfrm>
            <a:off x="5108381" y="165652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000"/>
          </a:p>
        </p:txBody>
      </p:sp>
      <p:sp>
        <p:nvSpPr>
          <p:cNvPr id="444" name="Google Shape;444;g3fb0303ed91_0_272"/>
          <p:cNvSpPr/>
          <p:nvPr/>
        </p:nvSpPr>
        <p:spPr>
          <a:xfrm>
            <a:off x="5602153" y="169310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スイミング・プール</a:t>
            </a:r>
            <a:endParaRPr sz="1500"/>
          </a:p>
        </p:txBody>
      </p:sp>
      <p:sp>
        <p:nvSpPr>
          <p:cNvPr id="445" name="Google Shape;445;g3fb0303ed91_0_272"/>
          <p:cNvSpPr/>
          <p:nvPr/>
        </p:nvSpPr>
        <p:spPr>
          <a:xfrm>
            <a:off x="8416140" y="161995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4D9D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46" name="Google Shape;446;g3fb0303ed91_0_272"/>
          <p:cNvSpPr/>
          <p:nvPr/>
        </p:nvSpPr>
        <p:spPr>
          <a:xfrm>
            <a:off x="8561896" y="1738819"/>
            <a:ext cx="310800" cy="310800"/>
          </a:xfrm>
          <a:prstGeom prst="ellipse">
            <a:avLst/>
          </a:prstGeom>
          <a:solidFill>
            <a:srgbClr val="FF4D9D"/>
          </a:solidFill>
          <a:ln cap="flat" cmpd="sng" w="12700">
            <a:solidFill>
              <a:srgbClr val="FF4D9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47" name="Google Shape;447;g3fb0303ed91_0_272"/>
          <p:cNvSpPr/>
          <p:nvPr/>
        </p:nvSpPr>
        <p:spPr>
          <a:xfrm>
            <a:off x="8488744" y="165652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000"/>
          </a:p>
        </p:txBody>
      </p:sp>
      <p:sp>
        <p:nvSpPr>
          <p:cNvPr id="448" name="Google Shape;448;g3fb0303ed91_0_272"/>
          <p:cNvSpPr/>
          <p:nvPr/>
        </p:nvSpPr>
        <p:spPr>
          <a:xfrm>
            <a:off x="8982523" y="169310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日常の反転</a:t>
            </a:r>
            <a:endParaRPr sz="1500"/>
          </a:p>
        </p:txBody>
      </p:sp>
      <p:sp>
        <p:nvSpPr>
          <p:cNvPr id="449" name="Google Shape;449;g3fb0303ed91_0_272"/>
          <p:cNvSpPr/>
          <p:nvPr/>
        </p:nvSpPr>
        <p:spPr>
          <a:xfrm>
            <a:off x="5053517" y="2703249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D65A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50" name="Google Shape;450;g3fb0303ed91_0_272"/>
          <p:cNvSpPr/>
          <p:nvPr/>
        </p:nvSpPr>
        <p:spPr>
          <a:xfrm>
            <a:off x="5181533" y="2822119"/>
            <a:ext cx="310800" cy="310800"/>
          </a:xfrm>
          <a:prstGeom prst="ellipse">
            <a:avLst/>
          </a:prstGeom>
          <a:solidFill>
            <a:srgbClr val="FFD65A"/>
          </a:solidFill>
          <a:ln cap="flat" cmpd="sng" w="12700">
            <a:solidFill>
              <a:srgbClr val="FFD6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51" name="Google Shape;451;g3fb0303ed91_0_272"/>
          <p:cNvSpPr/>
          <p:nvPr/>
        </p:nvSpPr>
        <p:spPr>
          <a:xfrm>
            <a:off x="5108381" y="273982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000"/>
          </a:p>
        </p:txBody>
      </p:sp>
      <p:sp>
        <p:nvSpPr>
          <p:cNvPr id="452" name="Google Shape;452;g3fb0303ed91_0_272"/>
          <p:cNvSpPr/>
          <p:nvPr/>
        </p:nvSpPr>
        <p:spPr>
          <a:xfrm>
            <a:off x="5602153" y="2776399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Invisible Water</a:t>
            </a:r>
            <a:endParaRPr sz="1500"/>
          </a:p>
        </p:txBody>
      </p:sp>
      <p:sp>
        <p:nvSpPr>
          <p:cNvPr id="453" name="Google Shape;453;g3fb0303ed91_0_272"/>
          <p:cNvSpPr/>
          <p:nvPr/>
        </p:nvSpPr>
        <p:spPr>
          <a:xfrm>
            <a:off x="8416150" y="2703260"/>
            <a:ext cx="3105300" cy="35271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4DE3A3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54" name="Google Shape;454;g3fb0303ed91_0_272"/>
          <p:cNvSpPr/>
          <p:nvPr/>
        </p:nvSpPr>
        <p:spPr>
          <a:xfrm>
            <a:off x="8561896" y="2822119"/>
            <a:ext cx="310800" cy="310800"/>
          </a:xfrm>
          <a:prstGeom prst="ellipse">
            <a:avLst/>
          </a:prstGeom>
          <a:solidFill>
            <a:srgbClr val="4DE3A3"/>
          </a:solidFill>
          <a:ln cap="flat" cmpd="sng" w="12700">
            <a:solidFill>
              <a:srgbClr val="4DE3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55" name="Google Shape;455;g3fb0303ed91_0_272"/>
          <p:cNvSpPr/>
          <p:nvPr/>
        </p:nvSpPr>
        <p:spPr>
          <a:xfrm>
            <a:off x="8488744" y="273982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000"/>
          </a:p>
        </p:txBody>
      </p:sp>
      <p:sp>
        <p:nvSpPr>
          <p:cNvPr id="456" name="Google Shape;456;g3fb0303ed91_0_272"/>
          <p:cNvSpPr/>
          <p:nvPr/>
        </p:nvSpPr>
        <p:spPr>
          <a:xfrm>
            <a:off x="8982525" y="2776408"/>
            <a:ext cx="2289300" cy="3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あなたが見下ろすその水面の下で、誰かがあなたを見上げているということについて</a:t>
            </a:r>
            <a:endParaRPr sz="1500"/>
          </a:p>
        </p:txBody>
      </p:sp>
      <p:pic>
        <p:nvPicPr>
          <p:cNvPr id="457" name="Google Shape;457;g3fb0303ed91_0_272" title="スイミング・プール  恒久展示作品  コレクション｜金沢21世紀美術館  21st Century Museum of Contemporary Art, Kanazaw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50" y="1703438"/>
            <a:ext cx="2920775" cy="3810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g3fb0303ed91_0_3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3888" y="292608"/>
            <a:ext cx="9875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g3fb0303ed91_0_320"/>
          <p:cNvSpPr/>
          <p:nvPr/>
        </p:nvSpPr>
        <p:spPr>
          <a:xfrm>
            <a:off x="389675" y="329178"/>
            <a:ext cx="9720000" cy="914400"/>
          </a:xfrm>
          <a:prstGeom prst="roundRect">
            <a:avLst>
              <a:gd fmla="val 8000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465" name="Google Shape;465;g3fb0303ed91_0_320"/>
          <p:cNvCxnSpPr/>
          <p:nvPr/>
        </p:nvCxnSpPr>
        <p:spPr>
          <a:xfrm>
            <a:off x="389675" y="329178"/>
            <a:ext cx="0" cy="914400"/>
          </a:xfrm>
          <a:prstGeom prst="straightConnector1">
            <a:avLst/>
          </a:prstGeom>
          <a:noFill/>
          <a:ln cap="flat" cmpd="sng" w="317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6" name="Google Shape;466;g3fb0303ed91_0_320"/>
          <p:cNvSpPr/>
          <p:nvPr/>
        </p:nvSpPr>
        <p:spPr>
          <a:xfrm>
            <a:off x="568074" y="364242"/>
            <a:ext cx="93399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どこで撮った写真をゴッホ風にした？</a:t>
            </a:r>
            <a:endParaRPr sz="2100"/>
          </a:p>
        </p:txBody>
      </p:sp>
      <p:pic>
        <p:nvPicPr>
          <p:cNvPr id="467" name="Google Shape;467;g3fb0303ed91_0_320" title="4D80C7D1-685A-4EA5-9596-FB12BA7770AF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149" y="1614275"/>
            <a:ext cx="3474923" cy="4633227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g3fb0303ed91_0_320"/>
          <p:cNvSpPr/>
          <p:nvPr/>
        </p:nvSpPr>
        <p:spPr>
          <a:xfrm>
            <a:off x="5053517" y="27619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00D9FF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69" name="Google Shape;469;g3fb0303ed91_0_320"/>
          <p:cNvSpPr/>
          <p:nvPr/>
        </p:nvSpPr>
        <p:spPr>
          <a:xfrm>
            <a:off x="5181533" y="2880770"/>
            <a:ext cx="310800" cy="310800"/>
          </a:xfrm>
          <a:prstGeom prst="ellipse">
            <a:avLst/>
          </a:prstGeom>
          <a:solidFill>
            <a:srgbClr val="00D9FF"/>
          </a:solidFill>
          <a:ln cap="flat" cmpd="sng" w="12700">
            <a:solidFill>
              <a:srgbClr val="00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70" name="Google Shape;470;g3fb0303ed91_0_320"/>
          <p:cNvSpPr/>
          <p:nvPr/>
        </p:nvSpPr>
        <p:spPr>
          <a:xfrm>
            <a:off x="5108381" y="279847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000"/>
          </a:p>
        </p:txBody>
      </p:sp>
      <p:sp>
        <p:nvSpPr>
          <p:cNvPr id="471" name="Google Shape;471;g3fb0303ed91_0_320"/>
          <p:cNvSpPr/>
          <p:nvPr/>
        </p:nvSpPr>
        <p:spPr>
          <a:xfrm>
            <a:off x="5602153" y="28350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東京</a:t>
            </a:r>
            <a:endParaRPr sz="1500"/>
          </a:p>
        </p:txBody>
      </p:sp>
      <p:sp>
        <p:nvSpPr>
          <p:cNvPr id="472" name="Google Shape;472;g3fb0303ed91_0_320"/>
          <p:cNvSpPr/>
          <p:nvPr/>
        </p:nvSpPr>
        <p:spPr>
          <a:xfrm>
            <a:off x="8416140" y="27619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4D9D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73" name="Google Shape;473;g3fb0303ed91_0_320"/>
          <p:cNvSpPr/>
          <p:nvPr/>
        </p:nvSpPr>
        <p:spPr>
          <a:xfrm>
            <a:off x="8561896" y="2880770"/>
            <a:ext cx="310800" cy="310800"/>
          </a:xfrm>
          <a:prstGeom prst="ellipse">
            <a:avLst/>
          </a:prstGeom>
          <a:solidFill>
            <a:srgbClr val="FF4D9D"/>
          </a:solidFill>
          <a:ln cap="flat" cmpd="sng" w="12700">
            <a:solidFill>
              <a:srgbClr val="FF4D9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74" name="Google Shape;474;g3fb0303ed91_0_320"/>
          <p:cNvSpPr/>
          <p:nvPr/>
        </p:nvSpPr>
        <p:spPr>
          <a:xfrm>
            <a:off x="8488744" y="279847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000"/>
          </a:p>
        </p:txBody>
      </p:sp>
      <p:sp>
        <p:nvSpPr>
          <p:cNvPr id="475" name="Google Shape;475;g3fb0303ed91_0_320"/>
          <p:cNvSpPr/>
          <p:nvPr/>
        </p:nvSpPr>
        <p:spPr>
          <a:xfrm>
            <a:off x="8982523" y="28350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北海道</a:t>
            </a:r>
            <a:endParaRPr sz="1500"/>
          </a:p>
        </p:txBody>
      </p:sp>
      <p:sp>
        <p:nvSpPr>
          <p:cNvPr id="476" name="Google Shape;476;g3fb0303ed91_0_320"/>
          <p:cNvSpPr/>
          <p:nvPr/>
        </p:nvSpPr>
        <p:spPr>
          <a:xfrm>
            <a:off x="5053517" y="38452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D65A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77" name="Google Shape;477;g3fb0303ed91_0_320"/>
          <p:cNvSpPr/>
          <p:nvPr/>
        </p:nvSpPr>
        <p:spPr>
          <a:xfrm>
            <a:off x="5181533" y="3964069"/>
            <a:ext cx="310800" cy="310800"/>
          </a:xfrm>
          <a:prstGeom prst="ellipse">
            <a:avLst/>
          </a:prstGeom>
          <a:solidFill>
            <a:srgbClr val="FFD65A"/>
          </a:solidFill>
          <a:ln cap="flat" cmpd="sng" w="12700">
            <a:solidFill>
              <a:srgbClr val="FFD6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78" name="Google Shape;478;g3fb0303ed91_0_320"/>
          <p:cNvSpPr/>
          <p:nvPr/>
        </p:nvSpPr>
        <p:spPr>
          <a:xfrm>
            <a:off x="5108381" y="38817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000"/>
          </a:p>
        </p:txBody>
      </p:sp>
      <p:sp>
        <p:nvSpPr>
          <p:cNvPr id="479" name="Google Shape;479;g3fb0303ed91_0_320"/>
          <p:cNvSpPr/>
          <p:nvPr/>
        </p:nvSpPr>
        <p:spPr>
          <a:xfrm>
            <a:off x="5602153" y="39183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金沢</a:t>
            </a:r>
            <a:endParaRPr sz="1500"/>
          </a:p>
        </p:txBody>
      </p:sp>
      <p:sp>
        <p:nvSpPr>
          <p:cNvPr id="480" name="Google Shape;480;g3fb0303ed91_0_320"/>
          <p:cNvSpPr/>
          <p:nvPr/>
        </p:nvSpPr>
        <p:spPr>
          <a:xfrm>
            <a:off x="8416140" y="38452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4DE3A3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81" name="Google Shape;481;g3fb0303ed91_0_320"/>
          <p:cNvSpPr/>
          <p:nvPr/>
        </p:nvSpPr>
        <p:spPr>
          <a:xfrm>
            <a:off x="8561896" y="3964069"/>
            <a:ext cx="310800" cy="310800"/>
          </a:xfrm>
          <a:prstGeom prst="ellipse">
            <a:avLst/>
          </a:prstGeom>
          <a:solidFill>
            <a:srgbClr val="4DE3A3"/>
          </a:solidFill>
          <a:ln cap="flat" cmpd="sng" w="12700">
            <a:solidFill>
              <a:srgbClr val="4DE3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82" name="Google Shape;482;g3fb0303ed91_0_320"/>
          <p:cNvSpPr/>
          <p:nvPr/>
        </p:nvSpPr>
        <p:spPr>
          <a:xfrm>
            <a:off x="8488744" y="38817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000"/>
          </a:p>
        </p:txBody>
      </p:sp>
      <p:sp>
        <p:nvSpPr>
          <p:cNvPr id="483" name="Google Shape;483;g3fb0303ed91_0_320"/>
          <p:cNvSpPr/>
          <p:nvPr/>
        </p:nvSpPr>
        <p:spPr>
          <a:xfrm>
            <a:off x="8982523" y="39183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伊豆</a:t>
            </a:r>
            <a:endParaRPr sz="1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fb0303ed91_0_345"/>
          <p:cNvSpPr/>
          <p:nvPr/>
        </p:nvSpPr>
        <p:spPr>
          <a:xfrm>
            <a:off x="5053517" y="278015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228600">
            <a:solidFill>
              <a:srgbClr val="00D9FF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90" name="Google Shape;490;g3fb0303ed91_0_345"/>
          <p:cNvSpPr/>
          <p:nvPr/>
        </p:nvSpPr>
        <p:spPr>
          <a:xfrm>
            <a:off x="389675" y="329178"/>
            <a:ext cx="9720000" cy="914400"/>
          </a:xfrm>
          <a:prstGeom prst="roundRect">
            <a:avLst>
              <a:gd fmla="val 8000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491" name="Google Shape;491;g3fb0303ed91_0_345"/>
          <p:cNvCxnSpPr/>
          <p:nvPr/>
        </p:nvCxnSpPr>
        <p:spPr>
          <a:xfrm>
            <a:off x="389675" y="329178"/>
            <a:ext cx="0" cy="914400"/>
          </a:xfrm>
          <a:prstGeom prst="straightConnector1">
            <a:avLst/>
          </a:prstGeom>
          <a:noFill/>
          <a:ln cap="flat" cmpd="sng" w="317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2" name="Google Shape;492;g3fb0303ed91_0_345"/>
          <p:cNvSpPr/>
          <p:nvPr/>
        </p:nvSpPr>
        <p:spPr>
          <a:xfrm>
            <a:off x="568075" y="364250"/>
            <a:ext cx="1813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正解は...</a:t>
            </a:r>
            <a:endParaRPr sz="2100"/>
          </a:p>
        </p:txBody>
      </p:sp>
      <p:sp>
        <p:nvSpPr>
          <p:cNvPr id="493" name="Google Shape;493;g3fb0303ed91_0_345"/>
          <p:cNvSpPr/>
          <p:nvPr/>
        </p:nvSpPr>
        <p:spPr>
          <a:xfrm>
            <a:off x="2157437" y="351025"/>
            <a:ext cx="1813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5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A</a:t>
            </a:r>
            <a:endParaRPr b="1" sz="2600"/>
          </a:p>
        </p:txBody>
      </p:sp>
      <p:sp>
        <p:nvSpPr>
          <p:cNvPr id="494" name="Google Shape;494;g3fb0303ed91_0_345"/>
          <p:cNvSpPr/>
          <p:nvPr/>
        </p:nvSpPr>
        <p:spPr>
          <a:xfrm>
            <a:off x="815400" y="5973449"/>
            <a:ext cx="10440900" cy="457200"/>
          </a:xfrm>
          <a:prstGeom prst="roundRect">
            <a:avLst>
              <a:gd fmla="val 11111" name="adj"/>
            </a:avLst>
          </a:prstGeom>
          <a:solidFill>
            <a:srgbClr val="0B1729"/>
          </a:solidFill>
          <a:ln cap="flat" cmpd="sng" w="10025">
            <a:solidFill>
              <a:srgbClr val="23354E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375" lIns="90375" spcFirstLastPara="1" rIns="90375" wrap="square" tIns="9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495" name="Google Shape;495;g3fb0303ed91_0_345"/>
          <p:cNvSpPr/>
          <p:nvPr/>
        </p:nvSpPr>
        <p:spPr>
          <a:xfrm>
            <a:off x="1027823" y="5918013"/>
            <a:ext cx="9609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lang="en-US" sz="2566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onのお店でした！</a:t>
            </a:r>
            <a:endParaRPr sz="638"/>
          </a:p>
        </p:txBody>
      </p:sp>
      <p:pic>
        <p:nvPicPr>
          <p:cNvPr id="496" name="Google Shape;496;g3fb0303ed91_0_345" title="E4369F0B-71AE-4F0E-8FFA-6E21AB7191912025-12-21_17-11-24_70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600" y="1395978"/>
            <a:ext cx="3277225" cy="4369633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g3fb0303ed91_0_345"/>
          <p:cNvSpPr/>
          <p:nvPr/>
        </p:nvSpPr>
        <p:spPr>
          <a:xfrm>
            <a:off x="5053517" y="27619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00D9FF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98" name="Google Shape;498;g3fb0303ed91_0_345"/>
          <p:cNvSpPr/>
          <p:nvPr/>
        </p:nvSpPr>
        <p:spPr>
          <a:xfrm>
            <a:off x="5181533" y="2880770"/>
            <a:ext cx="310800" cy="310800"/>
          </a:xfrm>
          <a:prstGeom prst="ellipse">
            <a:avLst/>
          </a:prstGeom>
          <a:solidFill>
            <a:srgbClr val="00D9FF"/>
          </a:solidFill>
          <a:ln cap="flat" cmpd="sng" w="12700">
            <a:solidFill>
              <a:srgbClr val="00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99" name="Google Shape;499;g3fb0303ed91_0_345"/>
          <p:cNvSpPr/>
          <p:nvPr/>
        </p:nvSpPr>
        <p:spPr>
          <a:xfrm>
            <a:off x="5108381" y="279847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000"/>
          </a:p>
        </p:txBody>
      </p:sp>
      <p:sp>
        <p:nvSpPr>
          <p:cNvPr id="500" name="Google Shape;500;g3fb0303ed91_0_345"/>
          <p:cNvSpPr/>
          <p:nvPr/>
        </p:nvSpPr>
        <p:spPr>
          <a:xfrm>
            <a:off x="5602153" y="28350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東京</a:t>
            </a:r>
            <a:endParaRPr sz="1500"/>
          </a:p>
        </p:txBody>
      </p:sp>
      <p:sp>
        <p:nvSpPr>
          <p:cNvPr id="501" name="Google Shape;501;g3fb0303ed91_0_345"/>
          <p:cNvSpPr/>
          <p:nvPr/>
        </p:nvSpPr>
        <p:spPr>
          <a:xfrm>
            <a:off x="8416140" y="27619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4D9D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02" name="Google Shape;502;g3fb0303ed91_0_345"/>
          <p:cNvSpPr/>
          <p:nvPr/>
        </p:nvSpPr>
        <p:spPr>
          <a:xfrm>
            <a:off x="8561896" y="2880770"/>
            <a:ext cx="310800" cy="310800"/>
          </a:xfrm>
          <a:prstGeom prst="ellipse">
            <a:avLst/>
          </a:prstGeom>
          <a:solidFill>
            <a:srgbClr val="FF4D9D"/>
          </a:solidFill>
          <a:ln cap="flat" cmpd="sng" w="12700">
            <a:solidFill>
              <a:srgbClr val="FF4D9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03" name="Google Shape;503;g3fb0303ed91_0_345"/>
          <p:cNvSpPr/>
          <p:nvPr/>
        </p:nvSpPr>
        <p:spPr>
          <a:xfrm>
            <a:off x="8488744" y="279847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000"/>
          </a:p>
        </p:txBody>
      </p:sp>
      <p:sp>
        <p:nvSpPr>
          <p:cNvPr id="504" name="Google Shape;504;g3fb0303ed91_0_345"/>
          <p:cNvSpPr/>
          <p:nvPr/>
        </p:nvSpPr>
        <p:spPr>
          <a:xfrm>
            <a:off x="8982523" y="28350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北海道</a:t>
            </a:r>
            <a:endParaRPr sz="1500"/>
          </a:p>
        </p:txBody>
      </p:sp>
      <p:sp>
        <p:nvSpPr>
          <p:cNvPr id="505" name="Google Shape;505;g3fb0303ed91_0_345"/>
          <p:cNvSpPr/>
          <p:nvPr/>
        </p:nvSpPr>
        <p:spPr>
          <a:xfrm>
            <a:off x="5053517" y="38452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D65A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06" name="Google Shape;506;g3fb0303ed91_0_345"/>
          <p:cNvSpPr/>
          <p:nvPr/>
        </p:nvSpPr>
        <p:spPr>
          <a:xfrm>
            <a:off x="5181533" y="3964069"/>
            <a:ext cx="310800" cy="310800"/>
          </a:xfrm>
          <a:prstGeom prst="ellipse">
            <a:avLst/>
          </a:prstGeom>
          <a:solidFill>
            <a:srgbClr val="FFD65A"/>
          </a:solidFill>
          <a:ln cap="flat" cmpd="sng" w="12700">
            <a:solidFill>
              <a:srgbClr val="FFD6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07" name="Google Shape;507;g3fb0303ed91_0_345"/>
          <p:cNvSpPr/>
          <p:nvPr/>
        </p:nvSpPr>
        <p:spPr>
          <a:xfrm>
            <a:off x="5108381" y="38817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000"/>
          </a:p>
        </p:txBody>
      </p:sp>
      <p:sp>
        <p:nvSpPr>
          <p:cNvPr id="508" name="Google Shape;508;g3fb0303ed91_0_345"/>
          <p:cNvSpPr/>
          <p:nvPr/>
        </p:nvSpPr>
        <p:spPr>
          <a:xfrm>
            <a:off x="5602153" y="39183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金沢</a:t>
            </a:r>
            <a:endParaRPr sz="1500"/>
          </a:p>
        </p:txBody>
      </p:sp>
      <p:sp>
        <p:nvSpPr>
          <p:cNvPr id="509" name="Google Shape;509;g3fb0303ed91_0_345"/>
          <p:cNvSpPr/>
          <p:nvPr/>
        </p:nvSpPr>
        <p:spPr>
          <a:xfrm>
            <a:off x="8416140" y="38452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4DE3A3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10" name="Google Shape;510;g3fb0303ed91_0_345"/>
          <p:cNvSpPr/>
          <p:nvPr/>
        </p:nvSpPr>
        <p:spPr>
          <a:xfrm>
            <a:off x="8561896" y="3964069"/>
            <a:ext cx="310800" cy="310800"/>
          </a:xfrm>
          <a:prstGeom prst="ellipse">
            <a:avLst/>
          </a:prstGeom>
          <a:solidFill>
            <a:srgbClr val="4DE3A3"/>
          </a:solidFill>
          <a:ln cap="flat" cmpd="sng" w="12700">
            <a:solidFill>
              <a:srgbClr val="4DE3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11" name="Google Shape;511;g3fb0303ed91_0_345"/>
          <p:cNvSpPr/>
          <p:nvPr/>
        </p:nvSpPr>
        <p:spPr>
          <a:xfrm>
            <a:off x="8488744" y="38817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000"/>
          </a:p>
        </p:txBody>
      </p:sp>
      <p:sp>
        <p:nvSpPr>
          <p:cNvPr id="512" name="Google Shape;512;g3fb0303ed91_0_345"/>
          <p:cNvSpPr/>
          <p:nvPr/>
        </p:nvSpPr>
        <p:spPr>
          <a:xfrm>
            <a:off x="8982523" y="39183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伊豆</a:t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Google Shape;518;g3fb0303ed91_0_4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3888" y="292608"/>
            <a:ext cx="9875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g3fb0303ed91_0_427"/>
          <p:cNvSpPr/>
          <p:nvPr/>
        </p:nvSpPr>
        <p:spPr>
          <a:xfrm>
            <a:off x="389675" y="329178"/>
            <a:ext cx="9720000" cy="914400"/>
          </a:xfrm>
          <a:prstGeom prst="roundRect">
            <a:avLst>
              <a:gd fmla="val 8000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520" name="Google Shape;520;g3fb0303ed91_0_427"/>
          <p:cNvCxnSpPr/>
          <p:nvPr/>
        </p:nvCxnSpPr>
        <p:spPr>
          <a:xfrm>
            <a:off x="389675" y="329178"/>
            <a:ext cx="0" cy="914400"/>
          </a:xfrm>
          <a:prstGeom prst="straightConnector1">
            <a:avLst/>
          </a:prstGeom>
          <a:noFill/>
          <a:ln cap="flat" cmpd="sng" w="317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1" name="Google Shape;521;g3fb0303ed91_0_427"/>
          <p:cNvSpPr/>
          <p:nvPr/>
        </p:nvSpPr>
        <p:spPr>
          <a:xfrm>
            <a:off x="568074" y="364242"/>
            <a:ext cx="93399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トイストーリーホテル中庭に像がある組み合わせは？</a:t>
            </a:r>
            <a:endParaRPr sz="2100"/>
          </a:p>
        </p:txBody>
      </p:sp>
      <p:sp>
        <p:nvSpPr>
          <p:cNvPr id="522" name="Google Shape;522;g3fb0303ed91_0_427"/>
          <p:cNvSpPr/>
          <p:nvPr/>
        </p:nvSpPr>
        <p:spPr>
          <a:xfrm>
            <a:off x="5053517" y="27619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00D9FF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3" name="Google Shape;523;g3fb0303ed91_0_427"/>
          <p:cNvSpPr/>
          <p:nvPr/>
        </p:nvSpPr>
        <p:spPr>
          <a:xfrm>
            <a:off x="5181533" y="2880770"/>
            <a:ext cx="310800" cy="310800"/>
          </a:xfrm>
          <a:prstGeom prst="ellipse">
            <a:avLst/>
          </a:prstGeom>
          <a:solidFill>
            <a:srgbClr val="00D9FF"/>
          </a:solidFill>
          <a:ln cap="flat" cmpd="sng" w="12700">
            <a:solidFill>
              <a:srgbClr val="00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4" name="Google Shape;524;g3fb0303ed91_0_427"/>
          <p:cNvSpPr/>
          <p:nvPr/>
        </p:nvSpPr>
        <p:spPr>
          <a:xfrm>
            <a:off x="5108381" y="279847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000"/>
          </a:p>
        </p:txBody>
      </p:sp>
      <p:sp>
        <p:nvSpPr>
          <p:cNvPr id="525" name="Google Shape;525;g3fb0303ed91_0_427"/>
          <p:cNvSpPr/>
          <p:nvPr/>
        </p:nvSpPr>
        <p:spPr>
          <a:xfrm>
            <a:off x="5602153" y="28350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ロッツォとザーグ</a:t>
            </a:r>
            <a:endParaRPr sz="1500"/>
          </a:p>
        </p:txBody>
      </p:sp>
      <p:sp>
        <p:nvSpPr>
          <p:cNvPr id="526" name="Google Shape;526;g3fb0303ed91_0_427"/>
          <p:cNvSpPr/>
          <p:nvPr/>
        </p:nvSpPr>
        <p:spPr>
          <a:xfrm>
            <a:off x="8416140" y="27619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4D9D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7" name="Google Shape;527;g3fb0303ed91_0_427"/>
          <p:cNvSpPr/>
          <p:nvPr/>
        </p:nvSpPr>
        <p:spPr>
          <a:xfrm>
            <a:off x="8561896" y="2880770"/>
            <a:ext cx="310800" cy="310800"/>
          </a:xfrm>
          <a:prstGeom prst="ellipse">
            <a:avLst/>
          </a:prstGeom>
          <a:solidFill>
            <a:srgbClr val="FF4D9D"/>
          </a:solidFill>
          <a:ln cap="flat" cmpd="sng" w="12700">
            <a:solidFill>
              <a:srgbClr val="FF4D9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8" name="Google Shape;528;g3fb0303ed91_0_427"/>
          <p:cNvSpPr/>
          <p:nvPr/>
        </p:nvSpPr>
        <p:spPr>
          <a:xfrm>
            <a:off x="8488744" y="279847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000"/>
          </a:p>
        </p:txBody>
      </p:sp>
      <p:sp>
        <p:nvSpPr>
          <p:cNvPr id="529" name="Google Shape;529;g3fb0303ed91_0_427"/>
          <p:cNvSpPr/>
          <p:nvPr/>
        </p:nvSpPr>
        <p:spPr>
          <a:xfrm>
            <a:off x="8982523" y="28350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ハムと</a:t>
            </a:r>
            <a:b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レックス</a:t>
            </a:r>
            <a:endParaRPr sz="1500"/>
          </a:p>
        </p:txBody>
      </p:sp>
      <p:sp>
        <p:nvSpPr>
          <p:cNvPr id="530" name="Google Shape;530;g3fb0303ed91_0_427"/>
          <p:cNvSpPr/>
          <p:nvPr/>
        </p:nvSpPr>
        <p:spPr>
          <a:xfrm>
            <a:off x="5053517" y="38452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D65A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31" name="Google Shape;531;g3fb0303ed91_0_427"/>
          <p:cNvSpPr/>
          <p:nvPr/>
        </p:nvSpPr>
        <p:spPr>
          <a:xfrm>
            <a:off x="5181533" y="3964069"/>
            <a:ext cx="310800" cy="310800"/>
          </a:xfrm>
          <a:prstGeom prst="ellipse">
            <a:avLst/>
          </a:prstGeom>
          <a:solidFill>
            <a:srgbClr val="FFD65A"/>
          </a:solidFill>
          <a:ln cap="flat" cmpd="sng" w="12700">
            <a:solidFill>
              <a:srgbClr val="FFD6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32" name="Google Shape;532;g3fb0303ed91_0_427"/>
          <p:cNvSpPr/>
          <p:nvPr/>
        </p:nvSpPr>
        <p:spPr>
          <a:xfrm>
            <a:off x="5108381" y="38817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000"/>
          </a:p>
        </p:txBody>
      </p:sp>
      <p:sp>
        <p:nvSpPr>
          <p:cNvPr id="533" name="Google Shape;533;g3fb0303ed91_0_427"/>
          <p:cNvSpPr/>
          <p:nvPr/>
        </p:nvSpPr>
        <p:spPr>
          <a:xfrm>
            <a:off x="5602153" y="39183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バズと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ジェシー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4" name="Google Shape;534;g3fb0303ed91_0_427"/>
          <p:cNvSpPr/>
          <p:nvPr/>
        </p:nvSpPr>
        <p:spPr>
          <a:xfrm>
            <a:off x="8416140" y="38452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4DE3A3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35" name="Google Shape;535;g3fb0303ed91_0_427"/>
          <p:cNvSpPr/>
          <p:nvPr/>
        </p:nvSpPr>
        <p:spPr>
          <a:xfrm>
            <a:off x="8561896" y="3964069"/>
            <a:ext cx="310800" cy="310800"/>
          </a:xfrm>
          <a:prstGeom prst="ellipse">
            <a:avLst/>
          </a:prstGeom>
          <a:solidFill>
            <a:srgbClr val="4DE3A3"/>
          </a:solidFill>
          <a:ln cap="flat" cmpd="sng" w="12700">
            <a:solidFill>
              <a:srgbClr val="4DE3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36" name="Google Shape;536;g3fb0303ed91_0_427"/>
          <p:cNvSpPr/>
          <p:nvPr/>
        </p:nvSpPr>
        <p:spPr>
          <a:xfrm>
            <a:off x="8488744" y="38817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000"/>
          </a:p>
        </p:txBody>
      </p:sp>
      <p:sp>
        <p:nvSpPr>
          <p:cNvPr id="537" name="Google Shape;537;g3fb0303ed91_0_427"/>
          <p:cNvSpPr/>
          <p:nvPr/>
        </p:nvSpPr>
        <p:spPr>
          <a:xfrm>
            <a:off x="8982523" y="39183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ウッディと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ボー・ピープ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538" name="Google Shape;538;g3fb0303ed91_0_427" title="F5DC44DF-6342-4021-BE62-D7A82F7FA1E92025-09-07_21-01-22_185.jpg"/>
          <p:cNvPicPr preferRelativeResize="0"/>
          <p:nvPr/>
        </p:nvPicPr>
        <p:blipFill rotWithShape="1">
          <a:blip r:embed="rId4">
            <a:alphaModFix/>
          </a:blip>
          <a:srcRect b="35331" l="28888" r="9543" t="17059"/>
          <a:stretch/>
        </p:blipFill>
        <p:spPr>
          <a:xfrm>
            <a:off x="840850" y="1964825"/>
            <a:ext cx="3290323" cy="339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fb0303ed91_0_481"/>
          <p:cNvSpPr/>
          <p:nvPr/>
        </p:nvSpPr>
        <p:spPr>
          <a:xfrm>
            <a:off x="8416140" y="38452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228600">
            <a:solidFill>
              <a:srgbClr val="4DE3A3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45" name="Google Shape;545;g3fb0303ed91_0_481"/>
          <p:cNvSpPr/>
          <p:nvPr/>
        </p:nvSpPr>
        <p:spPr>
          <a:xfrm>
            <a:off x="389675" y="329178"/>
            <a:ext cx="9720000" cy="914400"/>
          </a:xfrm>
          <a:prstGeom prst="roundRect">
            <a:avLst>
              <a:gd fmla="val 8000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546" name="Google Shape;546;g3fb0303ed91_0_481"/>
          <p:cNvCxnSpPr/>
          <p:nvPr/>
        </p:nvCxnSpPr>
        <p:spPr>
          <a:xfrm>
            <a:off x="389675" y="329178"/>
            <a:ext cx="0" cy="914400"/>
          </a:xfrm>
          <a:prstGeom prst="straightConnector1">
            <a:avLst/>
          </a:prstGeom>
          <a:noFill/>
          <a:ln cap="flat" cmpd="sng" w="317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7" name="Google Shape;547;g3fb0303ed91_0_481"/>
          <p:cNvSpPr/>
          <p:nvPr/>
        </p:nvSpPr>
        <p:spPr>
          <a:xfrm>
            <a:off x="568075" y="364250"/>
            <a:ext cx="1813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正解は...</a:t>
            </a:r>
            <a:endParaRPr sz="2100"/>
          </a:p>
        </p:txBody>
      </p:sp>
      <p:sp>
        <p:nvSpPr>
          <p:cNvPr id="548" name="Google Shape;548;g3fb0303ed91_0_481"/>
          <p:cNvSpPr/>
          <p:nvPr/>
        </p:nvSpPr>
        <p:spPr>
          <a:xfrm>
            <a:off x="2157437" y="351025"/>
            <a:ext cx="1813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5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D</a:t>
            </a:r>
            <a:endParaRPr b="1" sz="2600"/>
          </a:p>
        </p:txBody>
      </p:sp>
      <p:sp>
        <p:nvSpPr>
          <p:cNvPr id="549" name="Google Shape;549;g3fb0303ed91_0_481"/>
          <p:cNvSpPr/>
          <p:nvPr/>
        </p:nvSpPr>
        <p:spPr>
          <a:xfrm>
            <a:off x="815400" y="5973449"/>
            <a:ext cx="10440900" cy="457200"/>
          </a:xfrm>
          <a:prstGeom prst="roundRect">
            <a:avLst>
              <a:gd fmla="val 11111" name="adj"/>
            </a:avLst>
          </a:prstGeom>
          <a:solidFill>
            <a:srgbClr val="0B1729"/>
          </a:solidFill>
          <a:ln cap="flat" cmpd="sng" w="10025">
            <a:solidFill>
              <a:srgbClr val="23354E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375" lIns="90375" spcFirstLastPara="1" rIns="90375" wrap="square" tIns="9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550" name="Google Shape;550;g3fb0303ed91_0_481"/>
          <p:cNvSpPr/>
          <p:nvPr/>
        </p:nvSpPr>
        <p:spPr>
          <a:xfrm>
            <a:off x="1027823" y="5918013"/>
            <a:ext cx="9609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lang="en-US" sz="2566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トイストーリーホテルめっちゃ楽しかったね！</a:t>
            </a:r>
            <a:endParaRPr sz="638"/>
          </a:p>
        </p:txBody>
      </p:sp>
      <p:sp>
        <p:nvSpPr>
          <p:cNvPr id="551" name="Google Shape;551;g3fb0303ed91_0_481"/>
          <p:cNvSpPr/>
          <p:nvPr/>
        </p:nvSpPr>
        <p:spPr>
          <a:xfrm>
            <a:off x="5053517" y="27619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00D9FF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52" name="Google Shape;552;g3fb0303ed91_0_481"/>
          <p:cNvSpPr/>
          <p:nvPr/>
        </p:nvSpPr>
        <p:spPr>
          <a:xfrm>
            <a:off x="5181533" y="2880770"/>
            <a:ext cx="310800" cy="310800"/>
          </a:xfrm>
          <a:prstGeom prst="ellipse">
            <a:avLst/>
          </a:prstGeom>
          <a:solidFill>
            <a:srgbClr val="00D9FF"/>
          </a:solidFill>
          <a:ln cap="flat" cmpd="sng" w="12700">
            <a:solidFill>
              <a:srgbClr val="00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53" name="Google Shape;553;g3fb0303ed91_0_481"/>
          <p:cNvSpPr/>
          <p:nvPr/>
        </p:nvSpPr>
        <p:spPr>
          <a:xfrm>
            <a:off x="5108381" y="279847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000"/>
          </a:p>
        </p:txBody>
      </p:sp>
      <p:sp>
        <p:nvSpPr>
          <p:cNvPr id="554" name="Google Shape;554;g3fb0303ed91_0_481"/>
          <p:cNvSpPr/>
          <p:nvPr/>
        </p:nvSpPr>
        <p:spPr>
          <a:xfrm>
            <a:off x="5602153" y="28350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ロッツォとザーグ</a:t>
            </a:r>
            <a:endParaRPr sz="1500"/>
          </a:p>
        </p:txBody>
      </p:sp>
      <p:sp>
        <p:nvSpPr>
          <p:cNvPr id="555" name="Google Shape;555;g3fb0303ed91_0_481"/>
          <p:cNvSpPr/>
          <p:nvPr/>
        </p:nvSpPr>
        <p:spPr>
          <a:xfrm>
            <a:off x="8416140" y="27619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4D9D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56" name="Google Shape;556;g3fb0303ed91_0_481"/>
          <p:cNvSpPr/>
          <p:nvPr/>
        </p:nvSpPr>
        <p:spPr>
          <a:xfrm>
            <a:off x="8561896" y="2880770"/>
            <a:ext cx="310800" cy="310800"/>
          </a:xfrm>
          <a:prstGeom prst="ellipse">
            <a:avLst/>
          </a:prstGeom>
          <a:solidFill>
            <a:srgbClr val="FF4D9D"/>
          </a:solidFill>
          <a:ln cap="flat" cmpd="sng" w="12700">
            <a:solidFill>
              <a:srgbClr val="FF4D9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57" name="Google Shape;557;g3fb0303ed91_0_481"/>
          <p:cNvSpPr/>
          <p:nvPr/>
        </p:nvSpPr>
        <p:spPr>
          <a:xfrm>
            <a:off x="8488744" y="279847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000"/>
          </a:p>
        </p:txBody>
      </p:sp>
      <p:sp>
        <p:nvSpPr>
          <p:cNvPr id="558" name="Google Shape;558;g3fb0303ed91_0_481"/>
          <p:cNvSpPr/>
          <p:nvPr/>
        </p:nvSpPr>
        <p:spPr>
          <a:xfrm>
            <a:off x="8982523" y="28350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ハムと</a:t>
            </a:r>
            <a:b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レックス</a:t>
            </a:r>
            <a:endParaRPr sz="1500"/>
          </a:p>
        </p:txBody>
      </p:sp>
      <p:sp>
        <p:nvSpPr>
          <p:cNvPr id="559" name="Google Shape;559;g3fb0303ed91_0_481"/>
          <p:cNvSpPr/>
          <p:nvPr/>
        </p:nvSpPr>
        <p:spPr>
          <a:xfrm>
            <a:off x="5053517" y="38452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D65A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60" name="Google Shape;560;g3fb0303ed91_0_481"/>
          <p:cNvSpPr/>
          <p:nvPr/>
        </p:nvSpPr>
        <p:spPr>
          <a:xfrm>
            <a:off x="5181533" y="3964069"/>
            <a:ext cx="310800" cy="310800"/>
          </a:xfrm>
          <a:prstGeom prst="ellipse">
            <a:avLst/>
          </a:prstGeom>
          <a:solidFill>
            <a:srgbClr val="FFD65A"/>
          </a:solidFill>
          <a:ln cap="flat" cmpd="sng" w="12700">
            <a:solidFill>
              <a:srgbClr val="FFD6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61" name="Google Shape;561;g3fb0303ed91_0_481"/>
          <p:cNvSpPr/>
          <p:nvPr/>
        </p:nvSpPr>
        <p:spPr>
          <a:xfrm>
            <a:off x="5108381" y="38817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000"/>
          </a:p>
        </p:txBody>
      </p:sp>
      <p:sp>
        <p:nvSpPr>
          <p:cNvPr id="562" name="Google Shape;562;g3fb0303ed91_0_481"/>
          <p:cNvSpPr/>
          <p:nvPr/>
        </p:nvSpPr>
        <p:spPr>
          <a:xfrm>
            <a:off x="5602153" y="39183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バズと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ジェシー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3" name="Google Shape;563;g3fb0303ed91_0_481"/>
          <p:cNvSpPr/>
          <p:nvPr/>
        </p:nvSpPr>
        <p:spPr>
          <a:xfrm>
            <a:off x="8416140" y="3845200"/>
            <a:ext cx="3105300" cy="868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4DE3A3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64" name="Google Shape;564;g3fb0303ed91_0_481"/>
          <p:cNvSpPr/>
          <p:nvPr/>
        </p:nvSpPr>
        <p:spPr>
          <a:xfrm>
            <a:off x="8561896" y="3964069"/>
            <a:ext cx="310800" cy="310800"/>
          </a:xfrm>
          <a:prstGeom prst="ellipse">
            <a:avLst/>
          </a:prstGeom>
          <a:solidFill>
            <a:srgbClr val="4DE3A3"/>
          </a:solidFill>
          <a:ln cap="flat" cmpd="sng" w="12700">
            <a:solidFill>
              <a:srgbClr val="4DE3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65" name="Google Shape;565;g3fb0303ed91_0_481"/>
          <p:cNvSpPr/>
          <p:nvPr/>
        </p:nvSpPr>
        <p:spPr>
          <a:xfrm>
            <a:off x="8488744" y="38817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000"/>
          </a:p>
        </p:txBody>
      </p:sp>
      <p:sp>
        <p:nvSpPr>
          <p:cNvPr id="566" name="Google Shape;566;g3fb0303ed91_0_481"/>
          <p:cNvSpPr/>
          <p:nvPr/>
        </p:nvSpPr>
        <p:spPr>
          <a:xfrm>
            <a:off x="8982523" y="3918350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ウッディと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ボー・ピープ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567" name="Google Shape;567;g3fb0303ed91_0_481" title="IMG_585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075" y="1591253"/>
            <a:ext cx="2434952" cy="3246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g3fb0303ed91_0_481" title="IMG_5998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1252" y="2319624"/>
            <a:ext cx="2434952" cy="3246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g3fb0303ed91_0_5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3888" y="292608"/>
            <a:ext cx="9875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g3fb0303ed91_0_528"/>
          <p:cNvSpPr/>
          <p:nvPr/>
        </p:nvSpPr>
        <p:spPr>
          <a:xfrm>
            <a:off x="389675" y="329178"/>
            <a:ext cx="9720000" cy="914400"/>
          </a:xfrm>
          <a:prstGeom prst="roundRect">
            <a:avLst>
              <a:gd fmla="val 8000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576" name="Google Shape;576;g3fb0303ed91_0_528"/>
          <p:cNvCxnSpPr/>
          <p:nvPr/>
        </p:nvCxnSpPr>
        <p:spPr>
          <a:xfrm>
            <a:off x="389675" y="329178"/>
            <a:ext cx="0" cy="914400"/>
          </a:xfrm>
          <a:prstGeom prst="straightConnector1">
            <a:avLst/>
          </a:prstGeom>
          <a:noFill/>
          <a:ln cap="flat" cmpd="sng" w="317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7" name="Google Shape;577;g3fb0303ed91_0_528"/>
          <p:cNvSpPr/>
          <p:nvPr/>
        </p:nvSpPr>
        <p:spPr>
          <a:xfrm>
            <a:off x="568074" y="364242"/>
            <a:ext cx="93399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次のうち、</a:t>
            </a: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一番値段が高いのはどれ？</a:t>
            </a:r>
            <a:endParaRPr sz="2100"/>
          </a:p>
        </p:txBody>
      </p:sp>
      <p:sp>
        <p:nvSpPr>
          <p:cNvPr id="578" name="Google Shape;578;g3fb0303ed91_0_528"/>
          <p:cNvSpPr/>
          <p:nvPr/>
        </p:nvSpPr>
        <p:spPr>
          <a:xfrm>
            <a:off x="685800" y="1517622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00D9FF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79" name="Google Shape;579;g3fb0303ed91_0_528"/>
          <p:cNvSpPr/>
          <p:nvPr/>
        </p:nvSpPr>
        <p:spPr>
          <a:xfrm>
            <a:off x="813816" y="1636507"/>
            <a:ext cx="310800" cy="310800"/>
          </a:xfrm>
          <a:prstGeom prst="ellipse">
            <a:avLst/>
          </a:prstGeom>
          <a:solidFill>
            <a:srgbClr val="00D9FF"/>
          </a:solidFill>
          <a:ln cap="flat" cmpd="sng" w="12700">
            <a:solidFill>
              <a:srgbClr val="00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0" name="Google Shape;580;g3fb0303ed91_0_528"/>
          <p:cNvSpPr/>
          <p:nvPr/>
        </p:nvSpPr>
        <p:spPr>
          <a:xfrm>
            <a:off x="740664" y="1554211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000"/>
          </a:p>
        </p:txBody>
      </p:sp>
      <p:sp>
        <p:nvSpPr>
          <p:cNvPr id="581" name="Google Shape;581;g3fb0303ed91_0_528"/>
          <p:cNvSpPr/>
          <p:nvPr/>
        </p:nvSpPr>
        <p:spPr>
          <a:xfrm>
            <a:off x="6181350" y="1517622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4D9D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2" name="Google Shape;582;g3fb0303ed91_0_528"/>
          <p:cNvSpPr/>
          <p:nvPr/>
        </p:nvSpPr>
        <p:spPr>
          <a:xfrm>
            <a:off x="6309360" y="1636507"/>
            <a:ext cx="310800" cy="310800"/>
          </a:xfrm>
          <a:prstGeom prst="ellipse">
            <a:avLst/>
          </a:prstGeom>
          <a:solidFill>
            <a:srgbClr val="FF4D9D"/>
          </a:solidFill>
          <a:ln cap="flat" cmpd="sng" w="12700">
            <a:solidFill>
              <a:srgbClr val="FF4D9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3" name="Google Shape;583;g3fb0303ed91_0_528"/>
          <p:cNvSpPr/>
          <p:nvPr/>
        </p:nvSpPr>
        <p:spPr>
          <a:xfrm>
            <a:off x="6236208" y="1554211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000"/>
          </a:p>
        </p:txBody>
      </p:sp>
      <p:sp>
        <p:nvSpPr>
          <p:cNvPr id="584" name="Google Shape;584;g3fb0303ed91_0_528"/>
          <p:cNvSpPr/>
          <p:nvPr/>
        </p:nvSpPr>
        <p:spPr>
          <a:xfrm>
            <a:off x="685800" y="3781194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D65A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5" name="Google Shape;585;g3fb0303ed91_0_528"/>
          <p:cNvSpPr/>
          <p:nvPr/>
        </p:nvSpPr>
        <p:spPr>
          <a:xfrm>
            <a:off x="813816" y="3895344"/>
            <a:ext cx="310800" cy="310800"/>
          </a:xfrm>
          <a:prstGeom prst="ellipse">
            <a:avLst/>
          </a:prstGeom>
          <a:solidFill>
            <a:srgbClr val="FFD65A"/>
          </a:solidFill>
          <a:ln cap="flat" cmpd="sng" w="12700">
            <a:solidFill>
              <a:srgbClr val="FFD6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6" name="Google Shape;586;g3fb0303ed91_0_528"/>
          <p:cNvSpPr/>
          <p:nvPr/>
        </p:nvSpPr>
        <p:spPr>
          <a:xfrm>
            <a:off x="740664" y="3813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000"/>
          </a:p>
        </p:txBody>
      </p:sp>
      <p:sp>
        <p:nvSpPr>
          <p:cNvPr id="587" name="Google Shape;587;g3fb0303ed91_0_528"/>
          <p:cNvSpPr/>
          <p:nvPr/>
        </p:nvSpPr>
        <p:spPr>
          <a:xfrm>
            <a:off x="6181350" y="3781194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4DE3A3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8" name="Google Shape;588;g3fb0303ed91_0_528"/>
          <p:cNvSpPr/>
          <p:nvPr/>
        </p:nvSpPr>
        <p:spPr>
          <a:xfrm>
            <a:off x="6309360" y="3895344"/>
            <a:ext cx="310800" cy="310800"/>
          </a:xfrm>
          <a:prstGeom prst="ellipse">
            <a:avLst/>
          </a:prstGeom>
          <a:solidFill>
            <a:srgbClr val="4DE3A3"/>
          </a:solidFill>
          <a:ln cap="flat" cmpd="sng" w="12700">
            <a:solidFill>
              <a:srgbClr val="4DE3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9" name="Google Shape;589;g3fb0303ed91_0_528"/>
          <p:cNvSpPr/>
          <p:nvPr/>
        </p:nvSpPr>
        <p:spPr>
          <a:xfrm>
            <a:off x="6236208" y="3813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000"/>
          </a:p>
        </p:txBody>
      </p:sp>
      <p:pic>
        <p:nvPicPr>
          <p:cNvPr id="590" name="Google Shape;590;g3fb0303ed91_0_528" title="IMG_2194.jpg"/>
          <p:cNvPicPr preferRelativeResize="0"/>
          <p:nvPr/>
        </p:nvPicPr>
        <p:blipFill rotWithShape="1">
          <a:blip r:embed="rId4">
            <a:alphaModFix/>
          </a:blip>
          <a:srcRect b="16697" l="0" r="9190" t="30633"/>
          <a:stretch/>
        </p:blipFill>
        <p:spPr>
          <a:xfrm>
            <a:off x="3339525" y="1634900"/>
            <a:ext cx="2179327" cy="168535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g3fb0303ed91_0_528"/>
          <p:cNvSpPr/>
          <p:nvPr/>
        </p:nvSpPr>
        <p:spPr>
          <a:xfrm>
            <a:off x="813828" y="2132888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大理石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コースター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592" name="Google Shape;592;g3fb0303ed91_0_528" title="IMG_2197.jpg"/>
          <p:cNvPicPr preferRelativeResize="0"/>
          <p:nvPr/>
        </p:nvPicPr>
        <p:blipFill rotWithShape="1">
          <a:blip r:embed="rId5">
            <a:alphaModFix/>
          </a:blip>
          <a:srcRect b="15649" l="6969" r="1339" t="39203"/>
          <a:stretch/>
        </p:blipFill>
        <p:spPr>
          <a:xfrm>
            <a:off x="8482856" y="1634900"/>
            <a:ext cx="2567094" cy="168535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g3fb0303ed91_0_528"/>
          <p:cNvSpPr/>
          <p:nvPr/>
        </p:nvSpPr>
        <p:spPr>
          <a:xfrm>
            <a:off x="813828" y="4206138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机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4" name="Google Shape;594;g3fb0303ed91_0_528"/>
          <p:cNvSpPr/>
          <p:nvPr/>
        </p:nvSpPr>
        <p:spPr>
          <a:xfrm>
            <a:off x="6309353" y="4342688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ボッテガの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カセット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5" name="Google Shape;595;g3fb0303ed91_0_528"/>
          <p:cNvSpPr/>
          <p:nvPr/>
        </p:nvSpPr>
        <p:spPr>
          <a:xfrm>
            <a:off x="6309353" y="2011388"/>
            <a:ext cx="2289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プリンター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596" name="Google Shape;596;g3fb0303ed91_0_528" title="IMG_2195.jpg"/>
          <p:cNvPicPr preferRelativeResize="0"/>
          <p:nvPr/>
        </p:nvPicPr>
        <p:blipFill rotWithShape="1">
          <a:blip r:embed="rId6">
            <a:alphaModFix/>
          </a:blip>
          <a:srcRect b="10579" l="0" r="0" t="25576"/>
          <a:stretch/>
        </p:blipFill>
        <p:spPr>
          <a:xfrm>
            <a:off x="3483450" y="3917113"/>
            <a:ext cx="1891476" cy="1610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g3fb0303ed91_0_528" title="IMG_2196.jpg"/>
          <p:cNvPicPr preferRelativeResize="0"/>
          <p:nvPr/>
        </p:nvPicPr>
        <p:blipFill rotWithShape="1">
          <a:blip r:embed="rId7">
            <a:alphaModFix/>
          </a:blip>
          <a:srcRect b="10579" l="0" r="0" t="37510"/>
          <a:stretch/>
        </p:blipFill>
        <p:spPr>
          <a:xfrm>
            <a:off x="8482850" y="3786100"/>
            <a:ext cx="2567101" cy="1776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fb0303ed91_0_552"/>
          <p:cNvSpPr/>
          <p:nvPr/>
        </p:nvSpPr>
        <p:spPr>
          <a:xfrm>
            <a:off x="685800" y="3745531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228600">
            <a:solidFill>
              <a:srgbClr val="FFD65A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04" name="Google Shape;604;g3fb0303ed91_0_552"/>
          <p:cNvSpPr/>
          <p:nvPr/>
        </p:nvSpPr>
        <p:spPr>
          <a:xfrm>
            <a:off x="389675" y="329178"/>
            <a:ext cx="9720000" cy="914400"/>
          </a:xfrm>
          <a:prstGeom prst="roundRect">
            <a:avLst>
              <a:gd fmla="val 8000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605" name="Google Shape;605;g3fb0303ed91_0_552"/>
          <p:cNvCxnSpPr/>
          <p:nvPr/>
        </p:nvCxnSpPr>
        <p:spPr>
          <a:xfrm>
            <a:off x="389675" y="329178"/>
            <a:ext cx="0" cy="914400"/>
          </a:xfrm>
          <a:prstGeom prst="straightConnector1">
            <a:avLst/>
          </a:prstGeom>
          <a:noFill/>
          <a:ln cap="flat" cmpd="sng" w="317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6" name="Google Shape;606;g3fb0303ed91_0_552"/>
          <p:cNvSpPr/>
          <p:nvPr/>
        </p:nvSpPr>
        <p:spPr>
          <a:xfrm>
            <a:off x="568075" y="364250"/>
            <a:ext cx="1813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正解は...</a:t>
            </a:r>
            <a:endParaRPr sz="2100"/>
          </a:p>
        </p:txBody>
      </p:sp>
      <p:sp>
        <p:nvSpPr>
          <p:cNvPr id="607" name="Google Shape;607;g3fb0303ed91_0_552"/>
          <p:cNvSpPr/>
          <p:nvPr/>
        </p:nvSpPr>
        <p:spPr>
          <a:xfrm>
            <a:off x="2157437" y="351025"/>
            <a:ext cx="1813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5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C</a:t>
            </a:r>
            <a:endParaRPr b="1" sz="2600"/>
          </a:p>
        </p:txBody>
      </p:sp>
      <p:sp>
        <p:nvSpPr>
          <p:cNvPr id="608" name="Google Shape;608;g3fb0303ed91_0_552"/>
          <p:cNvSpPr/>
          <p:nvPr/>
        </p:nvSpPr>
        <p:spPr>
          <a:xfrm>
            <a:off x="815400" y="5973449"/>
            <a:ext cx="10440900" cy="457200"/>
          </a:xfrm>
          <a:prstGeom prst="roundRect">
            <a:avLst>
              <a:gd fmla="val 11111" name="adj"/>
            </a:avLst>
          </a:prstGeom>
          <a:solidFill>
            <a:srgbClr val="0B1729"/>
          </a:solidFill>
          <a:ln cap="flat" cmpd="sng" w="10025">
            <a:solidFill>
              <a:srgbClr val="23354E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375" lIns="90375" spcFirstLastPara="1" rIns="90375" wrap="square" tIns="9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609" name="Google Shape;609;g3fb0303ed91_0_552"/>
          <p:cNvSpPr/>
          <p:nvPr/>
        </p:nvSpPr>
        <p:spPr>
          <a:xfrm>
            <a:off x="1027823" y="5918013"/>
            <a:ext cx="9609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lang="en-US" sz="2566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コースターはスタプロで買いました☺️</a:t>
            </a:r>
            <a:endParaRPr sz="638"/>
          </a:p>
        </p:txBody>
      </p:sp>
      <p:sp>
        <p:nvSpPr>
          <p:cNvPr id="610" name="Google Shape;610;g3fb0303ed91_0_552"/>
          <p:cNvSpPr/>
          <p:nvPr/>
        </p:nvSpPr>
        <p:spPr>
          <a:xfrm>
            <a:off x="685800" y="1517622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00D9FF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11" name="Google Shape;611;g3fb0303ed91_0_552"/>
          <p:cNvSpPr/>
          <p:nvPr/>
        </p:nvSpPr>
        <p:spPr>
          <a:xfrm>
            <a:off x="813816" y="1636507"/>
            <a:ext cx="310800" cy="310800"/>
          </a:xfrm>
          <a:prstGeom prst="ellipse">
            <a:avLst/>
          </a:prstGeom>
          <a:solidFill>
            <a:srgbClr val="00D9FF"/>
          </a:solidFill>
          <a:ln cap="flat" cmpd="sng" w="12700">
            <a:solidFill>
              <a:srgbClr val="00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12" name="Google Shape;612;g3fb0303ed91_0_552"/>
          <p:cNvSpPr/>
          <p:nvPr/>
        </p:nvSpPr>
        <p:spPr>
          <a:xfrm>
            <a:off x="740664" y="1554211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000"/>
          </a:p>
        </p:txBody>
      </p:sp>
      <p:sp>
        <p:nvSpPr>
          <p:cNvPr id="613" name="Google Shape;613;g3fb0303ed91_0_552"/>
          <p:cNvSpPr/>
          <p:nvPr/>
        </p:nvSpPr>
        <p:spPr>
          <a:xfrm>
            <a:off x="6181350" y="1517622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4D9D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14" name="Google Shape;614;g3fb0303ed91_0_552"/>
          <p:cNvSpPr/>
          <p:nvPr/>
        </p:nvSpPr>
        <p:spPr>
          <a:xfrm>
            <a:off x="6309360" y="1636507"/>
            <a:ext cx="310800" cy="310800"/>
          </a:xfrm>
          <a:prstGeom prst="ellipse">
            <a:avLst/>
          </a:prstGeom>
          <a:solidFill>
            <a:srgbClr val="FF4D9D"/>
          </a:solidFill>
          <a:ln cap="flat" cmpd="sng" w="12700">
            <a:solidFill>
              <a:srgbClr val="FF4D9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15" name="Google Shape;615;g3fb0303ed91_0_552"/>
          <p:cNvSpPr/>
          <p:nvPr/>
        </p:nvSpPr>
        <p:spPr>
          <a:xfrm>
            <a:off x="6236208" y="1554211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000"/>
          </a:p>
        </p:txBody>
      </p:sp>
      <p:sp>
        <p:nvSpPr>
          <p:cNvPr id="616" name="Google Shape;616;g3fb0303ed91_0_552"/>
          <p:cNvSpPr/>
          <p:nvPr/>
        </p:nvSpPr>
        <p:spPr>
          <a:xfrm>
            <a:off x="685800" y="3781194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D65A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17" name="Google Shape;617;g3fb0303ed91_0_552"/>
          <p:cNvSpPr/>
          <p:nvPr/>
        </p:nvSpPr>
        <p:spPr>
          <a:xfrm>
            <a:off x="813816" y="3895344"/>
            <a:ext cx="310800" cy="310800"/>
          </a:xfrm>
          <a:prstGeom prst="ellipse">
            <a:avLst/>
          </a:prstGeom>
          <a:solidFill>
            <a:srgbClr val="FFD65A"/>
          </a:solidFill>
          <a:ln cap="flat" cmpd="sng" w="12700">
            <a:solidFill>
              <a:srgbClr val="FFD6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18" name="Google Shape;618;g3fb0303ed91_0_552"/>
          <p:cNvSpPr/>
          <p:nvPr/>
        </p:nvSpPr>
        <p:spPr>
          <a:xfrm>
            <a:off x="740664" y="3813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000"/>
          </a:p>
        </p:txBody>
      </p:sp>
      <p:sp>
        <p:nvSpPr>
          <p:cNvPr id="619" name="Google Shape;619;g3fb0303ed91_0_552"/>
          <p:cNvSpPr/>
          <p:nvPr/>
        </p:nvSpPr>
        <p:spPr>
          <a:xfrm>
            <a:off x="6181350" y="3781194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4DE3A3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20" name="Google Shape;620;g3fb0303ed91_0_552"/>
          <p:cNvSpPr/>
          <p:nvPr/>
        </p:nvSpPr>
        <p:spPr>
          <a:xfrm>
            <a:off x="6309360" y="3895344"/>
            <a:ext cx="310800" cy="310800"/>
          </a:xfrm>
          <a:prstGeom prst="ellipse">
            <a:avLst/>
          </a:prstGeom>
          <a:solidFill>
            <a:srgbClr val="4DE3A3"/>
          </a:solidFill>
          <a:ln cap="flat" cmpd="sng" w="12700">
            <a:solidFill>
              <a:srgbClr val="4DE3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21" name="Google Shape;621;g3fb0303ed91_0_552"/>
          <p:cNvSpPr/>
          <p:nvPr/>
        </p:nvSpPr>
        <p:spPr>
          <a:xfrm>
            <a:off x="6236208" y="3813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000"/>
          </a:p>
        </p:txBody>
      </p:sp>
      <p:pic>
        <p:nvPicPr>
          <p:cNvPr id="622" name="Google Shape;622;g3fb0303ed91_0_552" title="IMG_2194.jpg"/>
          <p:cNvPicPr preferRelativeResize="0"/>
          <p:nvPr/>
        </p:nvPicPr>
        <p:blipFill rotWithShape="1">
          <a:blip r:embed="rId3">
            <a:alphaModFix/>
          </a:blip>
          <a:srcRect b="16697" l="0" r="9190" t="30633"/>
          <a:stretch/>
        </p:blipFill>
        <p:spPr>
          <a:xfrm>
            <a:off x="3339525" y="1634900"/>
            <a:ext cx="2179327" cy="168535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g3fb0303ed91_0_552"/>
          <p:cNvSpPr/>
          <p:nvPr/>
        </p:nvSpPr>
        <p:spPr>
          <a:xfrm>
            <a:off x="813825" y="2132905"/>
            <a:ext cx="2289300" cy="10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大理石</a:t>
            </a:r>
            <a:b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コースター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¥200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624" name="Google Shape;624;g3fb0303ed91_0_552" title="IMG_2197.jpg"/>
          <p:cNvPicPr preferRelativeResize="0"/>
          <p:nvPr/>
        </p:nvPicPr>
        <p:blipFill rotWithShape="1">
          <a:blip r:embed="rId4">
            <a:alphaModFix/>
          </a:blip>
          <a:srcRect b="15649" l="6969" r="1339" t="39203"/>
          <a:stretch/>
        </p:blipFill>
        <p:spPr>
          <a:xfrm>
            <a:off x="8482856" y="1634900"/>
            <a:ext cx="2567094" cy="168535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g3fb0303ed91_0_552"/>
          <p:cNvSpPr/>
          <p:nvPr/>
        </p:nvSpPr>
        <p:spPr>
          <a:xfrm>
            <a:off x="813825" y="4206159"/>
            <a:ext cx="2289300" cy="13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机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¥7591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6" name="Google Shape;626;g3fb0303ed91_0_552"/>
          <p:cNvSpPr/>
          <p:nvPr/>
        </p:nvSpPr>
        <p:spPr>
          <a:xfrm>
            <a:off x="6309350" y="4342707"/>
            <a:ext cx="2289300" cy="12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ボッテガの</a:t>
            </a:r>
            <a:b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カセット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¥2000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7" name="Google Shape;627;g3fb0303ed91_0_552"/>
          <p:cNvSpPr/>
          <p:nvPr/>
        </p:nvSpPr>
        <p:spPr>
          <a:xfrm>
            <a:off x="6309350" y="2011408"/>
            <a:ext cx="2289300" cy="12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プリンター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¥4500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628" name="Google Shape;628;g3fb0303ed91_0_552" title="IMG_2195.jpg"/>
          <p:cNvPicPr preferRelativeResize="0"/>
          <p:nvPr/>
        </p:nvPicPr>
        <p:blipFill rotWithShape="1">
          <a:blip r:embed="rId5">
            <a:alphaModFix/>
          </a:blip>
          <a:srcRect b="10579" l="0" r="0" t="25576"/>
          <a:stretch/>
        </p:blipFill>
        <p:spPr>
          <a:xfrm>
            <a:off x="3483450" y="3917113"/>
            <a:ext cx="1891476" cy="1610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g3fb0303ed91_0_552" title="IMG_2196.jpg"/>
          <p:cNvPicPr preferRelativeResize="0"/>
          <p:nvPr/>
        </p:nvPicPr>
        <p:blipFill rotWithShape="1">
          <a:blip r:embed="rId6">
            <a:alphaModFix/>
          </a:blip>
          <a:srcRect b="10579" l="0" r="0" t="37510"/>
          <a:stretch/>
        </p:blipFill>
        <p:spPr>
          <a:xfrm>
            <a:off x="8482850" y="3786100"/>
            <a:ext cx="2567101" cy="1776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g3fb0303ed91_0_6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3888" y="292608"/>
            <a:ext cx="9875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g3fb0303ed91_0_659"/>
          <p:cNvSpPr/>
          <p:nvPr/>
        </p:nvSpPr>
        <p:spPr>
          <a:xfrm>
            <a:off x="389675" y="329178"/>
            <a:ext cx="9720000" cy="914400"/>
          </a:xfrm>
          <a:prstGeom prst="roundRect">
            <a:avLst>
              <a:gd fmla="val 8000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637" name="Google Shape;637;g3fb0303ed91_0_659"/>
          <p:cNvCxnSpPr/>
          <p:nvPr/>
        </p:nvCxnSpPr>
        <p:spPr>
          <a:xfrm>
            <a:off x="389675" y="329178"/>
            <a:ext cx="0" cy="914400"/>
          </a:xfrm>
          <a:prstGeom prst="straightConnector1">
            <a:avLst/>
          </a:prstGeom>
          <a:noFill/>
          <a:ln cap="flat" cmpd="sng" w="317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8" name="Google Shape;638;g3fb0303ed91_0_659"/>
          <p:cNvSpPr/>
          <p:nvPr/>
        </p:nvSpPr>
        <p:spPr>
          <a:xfrm>
            <a:off x="568074" y="364242"/>
            <a:ext cx="93399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今年のクイズ大会のタイトル、何だった？</a:t>
            </a:r>
            <a:endParaRPr sz="2100"/>
          </a:p>
        </p:txBody>
      </p:sp>
      <p:sp>
        <p:nvSpPr>
          <p:cNvPr id="639" name="Google Shape;639;g3fb0303ed91_0_659"/>
          <p:cNvSpPr/>
          <p:nvPr/>
        </p:nvSpPr>
        <p:spPr>
          <a:xfrm>
            <a:off x="685800" y="1517622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00D9FF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0" name="Google Shape;640;g3fb0303ed91_0_659"/>
          <p:cNvSpPr/>
          <p:nvPr/>
        </p:nvSpPr>
        <p:spPr>
          <a:xfrm>
            <a:off x="813816" y="1636507"/>
            <a:ext cx="310800" cy="310800"/>
          </a:xfrm>
          <a:prstGeom prst="ellipse">
            <a:avLst/>
          </a:prstGeom>
          <a:solidFill>
            <a:srgbClr val="00D9FF"/>
          </a:solidFill>
          <a:ln cap="flat" cmpd="sng" w="12700">
            <a:solidFill>
              <a:srgbClr val="00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1" name="Google Shape;641;g3fb0303ed91_0_659"/>
          <p:cNvSpPr/>
          <p:nvPr/>
        </p:nvSpPr>
        <p:spPr>
          <a:xfrm>
            <a:off x="740664" y="1554211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000"/>
          </a:p>
        </p:txBody>
      </p:sp>
      <p:sp>
        <p:nvSpPr>
          <p:cNvPr id="642" name="Google Shape;642;g3fb0303ed91_0_659"/>
          <p:cNvSpPr/>
          <p:nvPr/>
        </p:nvSpPr>
        <p:spPr>
          <a:xfrm>
            <a:off x="6181350" y="1517622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4D9D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3" name="Google Shape;643;g3fb0303ed91_0_659"/>
          <p:cNvSpPr/>
          <p:nvPr/>
        </p:nvSpPr>
        <p:spPr>
          <a:xfrm>
            <a:off x="6309360" y="1636507"/>
            <a:ext cx="310800" cy="310800"/>
          </a:xfrm>
          <a:prstGeom prst="ellipse">
            <a:avLst/>
          </a:prstGeom>
          <a:solidFill>
            <a:srgbClr val="FF4D9D"/>
          </a:solidFill>
          <a:ln cap="flat" cmpd="sng" w="12700">
            <a:solidFill>
              <a:srgbClr val="FF4D9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4" name="Google Shape;644;g3fb0303ed91_0_659"/>
          <p:cNvSpPr/>
          <p:nvPr/>
        </p:nvSpPr>
        <p:spPr>
          <a:xfrm>
            <a:off x="6236208" y="1554211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000"/>
          </a:p>
        </p:txBody>
      </p:sp>
      <p:sp>
        <p:nvSpPr>
          <p:cNvPr id="645" name="Google Shape;645;g3fb0303ed91_0_659"/>
          <p:cNvSpPr/>
          <p:nvPr/>
        </p:nvSpPr>
        <p:spPr>
          <a:xfrm>
            <a:off x="685800" y="3781194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D65A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6" name="Google Shape;646;g3fb0303ed91_0_659"/>
          <p:cNvSpPr/>
          <p:nvPr/>
        </p:nvSpPr>
        <p:spPr>
          <a:xfrm>
            <a:off x="813816" y="3895344"/>
            <a:ext cx="310800" cy="310800"/>
          </a:xfrm>
          <a:prstGeom prst="ellipse">
            <a:avLst/>
          </a:prstGeom>
          <a:solidFill>
            <a:srgbClr val="FFD65A"/>
          </a:solidFill>
          <a:ln cap="flat" cmpd="sng" w="12700">
            <a:solidFill>
              <a:srgbClr val="FFD6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7" name="Google Shape;647;g3fb0303ed91_0_659"/>
          <p:cNvSpPr/>
          <p:nvPr/>
        </p:nvSpPr>
        <p:spPr>
          <a:xfrm>
            <a:off x="740664" y="3813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000"/>
          </a:p>
        </p:txBody>
      </p:sp>
      <p:sp>
        <p:nvSpPr>
          <p:cNvPr id="648" name="Google Shape;648;g3fb0303ed91_0_659"/>
          <p:cNvSpPr/>
          <p:nvPr/>
        </p:nvSpPr>
        <p:spPr>
          <a:xfrm>
            <a:off x="6181350" y="3781194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4DE3A3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9" name="Google Shape;649;g3fb0303ed91_0_659"/>
          <p:cNvSpPr/>
          <p:nvPr/>
        </p:nvSpPr>
        <p:spPr>
          <a:xfrm>
            <a:off x="6309360" y="3895344"/>
            <a:ext cx="310800" cy="310800"/>
          </a:xfrm>
          <a:prstGeom prst="ellipse">
            <a:avLst/>
          </a:prstGeom>
          <a:solidFill>
            <a:srgbClr val="4DE3A3"/>
          </a:solidFill>
          <a:ln cap="flat" cmpd="sng" w="12700">
            <a:solidFill>
              <a:srgbClr val="4DE3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50" name="Google Shape;650;g3fb0303ed91_0_659"/>
          <p:cNvSpPr/>
          <p:nvPr/>
        </p:nvSpPr>
        <p:spPr>
          <a:xfrm>
            <a:off x="6236208" y="3813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000"/>
          </a:p>
        </p:txBody>
      </p:sp>
      <p:sp>
        <p:nvSpPr>
          <p:cNvPr id="651" name="Google Shape;651;g3fb0303ed91_0_659"/>
          <p:cNvSpPr/>
          <p:nvPr/>
        </p:nvSpPr>
        <p:spPr>
          <a:xfrm>
            <a:off x="810900" y="2086000"/>
            <a:ext cx="4824600" cy="12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SHOKO'S BIRTHDAY QUIZ 2026 〜今年のクイズはいつもと違う〜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2" name="Google Shape;652;g3fb0303ed91_0_659"/>
          <p:cNvSpPr/>
          <p:nvPr/>
        </p:nvSpPr>
        <p:spPr>
          <a:xfrm>
            <a:off x="6309350" y="2011400"/>
            <a:ext cx="4824600" cy="12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SHOKO'S BIRTHDAY QUIZ 2026 〜今年のクイズは一味違う〜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3" name="Google Shape;653;g3fb0303ed91_0_659"/>
          <p:cNvSpPr/>
          <p:nvPr/>
        </p:nvSpPr>
        <p:spPr>
          <a:xfrm>
            <a:off x="810900" y="4270250"/>
            <a:ext cx="4824600" cy="12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SHOKO'S BIRTHDAY QUIZ 2026 〜6</a:t>
            </a: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回目の誕生日</a:t>
            </a: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〜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4" name="Google Shape;654;g3fb0303ed91_0_659"/>
          <p:cNvSpPr/>
          <p:nvPr/>
        </p:nvSpPr>
        <p:spPr>
          <a:xfrm>
            <a:off x="6309350" y="4270250"/>
            <a:ext cx="4824600" cy="12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SHOKO'S BIRTHDAY QUIZ 2026 〜</a:t>
            </a: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今年は何かが違う</a:t>
            </a: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〜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fb0303ed91_0_687"/>
          <p:cNvSpPr/>
          <p:nvPr/>
        </p:nvSpPr>
        <p:spPr>
          <a:xfrm>
            <a:off x="6184250" y="1517622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228600">
            <a:solidFill>
              <a:srgbClr val="FF4D9D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61" name="Google Shape;661;g3fb0303ed91_0_687"/>
          <p:cNvSpPr/>
          <p:nvPr/>
        </p:nvSpPr>
        <p:spPr>
          <a:xfrm>
            <a:off x="389675" y="329178"/>
            <a:ext cx="9720000" cy="914400"/>
          </a:xfrm>
          <a:prstGeom prst="roundRect">
            <a:avLst>
              <a:gd fmla="val 8000" name="adj"/>
            </a:avLst>
          </a:prstGeom>
          <a:solidFill>
            <a:srgbClr val="0A1426"/>
          </a:solidFill>
          <a:ln cap="flat" cmpd="sng" w="12700">
            <a:solidFill>
              <a:srgbClr val="0D1B31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662" name="Google Shape;662;g3fb0303ed91_0_687"/>
          <p:cNvCxnSpPr/>
          <p:nvPr/>
        </p:nvCxnSpPr>
        <p:spPr>
          <a:xfrm>
            <a:off x="389675" y="329178"/>
            <a:ext cx="0" cy="914400"/>
          </a:xfrm>
          <a:prstGeom prst="straightConnector1">
            <a:avLst/>
          </a:prstGeom>
          <a:noFill/>
          <a:ln cap="flat" cmpd="sng" w="3175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3" name="Google Shape;663;g3fb0303ed91_0_687"/>
          <p:cNvSpPr/>
          <p:nvPr/>
        </p:nvSpPr>
        <p:spPr>
          <a:xfrm>
            <a:off x="568075" y="364250"/>
            <a:ext cx="1813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正解は...</a:t>
            </a:r>
            <a:endParaRPr sz="2100"/>
          </a:p>
        </p:txBody>
      </p:sp>
      <p:sp>
        <p:nvSpPr>
          <p:cNvPr id="664" name="Google Shape;664;g3fb0303ed91_0_687"/>
          <p:cNvSpPr/>
          <p:nvPr/>
        </p:nvSpPr>
        <p:spPr>
          <a:xfrm>
            <a:off x="2157437" y="351025"/>
            <a:ext cx="1813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b="1" lang="en-US" sz="35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B</a:t>
            </a:r>
            <a:endParaRPr b="1" sz="2600"/>
          </a:p>
        </p:txBody>
      </p:sp>
      <p:sp>
        <p:nvSpPr>
          <p:cNvPr id="665" name="Google Shape;665;g3fb0303ed91_0_687"/>
          <p:cNvSpPr/>
          <p:nvPr/>
        </p:nvSpPr>
        <p:spPr>
          <a:xfrm>
            <a:off x="815400" y="5973449"/>
            <a:ext cx="10440900" cy="457200"/>
          </a:xfrm>
          <a:prstGeom prst="roundRect">
            <a:avLst>
              <a:gd fmla="val 11111" name="adj"/>
            </a:avLst>
          </a:prstGeom>
          <a:solidFill>
            <a:srgbClr val="0B1729"/>
          </a:solidFill>
          <a:ln cap="flat" cmpd="sng" w="10025">
            <a:solidFill>
              <a:srgbClr val="23354E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375" lIns="90375" spcFirstLastPara="1" rIns="90375" wrap="square" tIns="9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666" name="Google Shape;666;g3fb0303ed91_0_687"/>
          <p:cNvSpPr/>
          <p:nvPr/>
        </p:nvSpPr>
        <p:spPr>
          <a:xfrm>
            <a:off x="1027823" y="5918013"/>
            <a:ext cx="9609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lang="en-US" sz="2566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覚えてたかな</a:t>
            </a:r>
            <a:r>
              <a:rPr lang="en-US" sz="2566">
                <a:solidFill>
                  <a:srgbClr val="A9B8CC"/>
                </a:solidFill>
                <a:latin typeface="Noto Sans"/>
                <a:ea typeface="Noto Sans"/>
                <a:cs typeface="Noto Sans"/>
                <a:sym typeface="Noto Sans"/>
              </a:rPr>
              <a:t>？</a:t>
            </a:r>
            <a:endParaRPr sz="638"/>
          </a:p>
        </p:txBody>
      </p:sp>
      <p:sp>
        <p:nvSpPr>
          <p:cNvPr id="667" name="Google Shape;667;g3fb0303ed91_0_687"/>
          <p:cNvSpPr/>
          <p:nvPr/>
        </p:nvSpPr>
        <p:spPr>
          <a:xfrm>
            <a:off x="685800" y="1517622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00D9FF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68" name="Google Shape;668;g3fb0303ed91_0_687"/>
          <p:cNvSpPr/>
          <p:nvPr/>
        </p:nvSpPr>
        <p:spPr>
          <a:xfrm>
            <a:off x="813816" y="1636507"/>
            <a:ext cx="310800" cy="310800"/>
          </a:xfrm>
          <a:prstGeom prst="ellipse">
            <a:avLst/>
          </a:prstGeom>
          <a:solidFill>
            <a:srgbClr val="00D9FF"/>
          </a:solidFill>
          <a:ln cap="flat" cmpd="sng" w="12700">
            <a:solidFill>
              <a:srgbClr val="00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69" name="Google Shape;669;g3fb0303ed91_0_687"/>
          <p:cNvSpPr/>
          <p:nvPr/>
        </p:nvSpPr>
        <p:spPr>
          <a:xfrm>
            <a:off x="740664" y="1554211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000"/>
          </a:p>
        </p:txBody>
      </p:sp>
      <p:sp>
        <p:nvSpPr>
          <p:cNvPr id="670" name="Google Shape;670;g3fb0303ed91_0_687"/>
          <p:cNvSpPr/>
          <p:nvPr/>
        </p:nvSpPr>
        <p:spPr>
          <a:xfrm>
            <a:off x="6181350" y="1517622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4D9D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71" name="Google Shape;671;g3fb0303ed91_0_687"/>
          <p:cNvSpPr/>
          <p:nvPr/>
        </p:nvSpPr>
        <p:spPr>
          <a:xfrm>
            <a:off x="6309360" y="1636507"/>
            <a:ext cx="310800" cy="310800"/>
          </a:xfrm>
          <a:prstGeom prst="ellipse">
            <a:avLst/>
          </a:prstGeom>
          <a:solidFill>
            <a:srgbClr val="FF4D9D"/>
          </a:solidFill>
          <a:ln cap="flat" cmpd="sng" w="12700">
            <a:solidFill>
              <a:srgbClr val="FF4D9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72" name="Google Shape;672;g3fb0303ed91_0_687"/>
          <p:cNvSpPr/>
          <p:nvPr/>
        </p:nvSpPr>
        <p:spPr>
          <a:xfrm>
            <a:off x="6236208" y="1554211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000"/>
          </a:p>
        </p:txBody>
      </p:sp>
      <p:sp>
        <p:nvSpPr>
          <p:cNvPr id="673" name="Google Shape;673;g3fb0303ed91_0_687"/>
          <p:cNvSpPr/>
          <p:nvPr/>
        </p:nvSpPr>
        <p:spPr>
          <a:xfrm>
            <a:off x="685800" y="3781194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FFD65A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74" name="Google Shape;674;g3fb0303ed91_0_687"/>
          <p:cNvSpPr/>
          <p:nvPr/>
        </p:nvSpPr>
        <p:spPr>
          <a:xfrm>
            <a:off x="813816" y="3895344"/>
            <a:ext cx="310800" cy="310800"/>
          </a:xfrm>
          <a:prstGeom prst="ellipse">
            <a:avLst/>
          </a:prstGeom>
          <a:solidFill>
            <a:srgbClr val="FFD65A"/>
          </a:solidFill>
          <a:ln cap="flat" cmpd="sng" w="12700">
            <a:solidFill>
              <a:srgbClr val="FFD6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75" name="Google Shape;675;g3fb0303ed91_0_687"/>
          <p:cNvSpPr/>
          <p:nvPr/>
        </p:nvSpPr>
        <p:spPr>
          <a:xfrm>
            <a:off x="740664" y="3813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000"/>
          </a:p>
        </p:txBody>
      </p:sp>
      <p:sp>
        <p:nvSpPr>
          <p:cNvPr id="676" name="Google Shape;676;g3fb0303ed91_0_687"/>
          <p:cNvSpPr/>
          <p:nvPr/>
        </p:nvSpPr>
        <p:spPr>
          <a:xfrm>
            <a:off x="6181350" y="3781194"/>
            <a:ext cx="5074800" cy="1924800"/>
          </a:xfrm>
          <a:prstGeom prst="roundRect">
            <a:avLst>
              <a:gd fmla="val 8421" name="adj"/>
            </a:avLst>
          </a:prstGeom>
          <a:solidFill>
            <a:srgbClr val="0D1B31"/>
          </a:solidFill>
          <a:ln cap="flat" cmpd="sng" w="15225">
            <a:solidFill>
              <a:srgbClr val="4DE3A3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77" name="Google Shape;677;g3fb0303ed91_0_687"/>
          <p:cNvSpPr/>
          <p:nvPr/>
        </p:nvSpPr>
        <p:spPr>
          <a:xfrm>
            <a:off x="6309360" y="3895344"/>
            <a:ext cx="310800" cy="310800"/>
          </a:xfrm>
          <a:prstGeom prst="ellipse">
            <a:avLst/>
          </a:prstGeom>
          <a:solidFill>
            <a:srgbClr val="4DE3A3"/>
          </a:solidFill>
          <a:ln cap="flat" cmpd="sng" w="12700">
            <a:solidFill>
              <a:srgbClr val="4DE3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78" name="Google Shape;678;g3fb0303ed91_0_687"/>
          <p:cNvSpPr/>
          <p:nvPr/>
        </p:nvSpPr>
        <p:spPr>
          <a:xfrm>
            <a:off x="6236208" y="3813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000"/>
          </a:p>
        </p:txBody>
      </p:sp>
      <p:sp>
        <p:nvSpPr>
          <p:cNvPr id="679" name="Google Shape;679;g3fb0303ed91_0_687"/>
          <p:cNvSpPr/>
          <p:nvPr/>
        </p:nvSpPr>
        <p:spPr>
          <a:xfrm>
            <a:off x="810900" y="2086000"/>
            <a:ext cx="4824600" cy="12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SHOKO'S BIRTHDAY QUIZ 2026 〜今年のクイズはいつもと違う〜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0" name="Google Shape;680;g3fb0303ed91_0_687"/>
          <p:cNvSpPr/>
          <p:nvPr/>
        </p:nvSpPr>
        <p:spPr>
          <a:xfrm>
            <a:off x="6309350" y="2011400"/>
            <a:ext cx="4824600" cy="12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SHOKO'S BIRTHDAY QUIZ 2026 〜今年のクイズは一味違う〜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1" name="Google Shape;681;g3fb0303ed91_0_687"/>
          <p:cNvSpPr/>
          <p:nvPr/>
        </p:nvSpPr>
        <p:spPr>
          <a:xfrm>
            <a:off x="810900" y="4270250"/>
            <a:ext cx="4824600" cy="12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SHOKO'S BIRTHDAY QUIZ 2026 〜6回目の誕生日〜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2" name="Google Shape;682;g3fb0303ed91_0_687"/>
          <p:cNvSpPr/>
          <p:nvPr/>
        </p:nvSpPr>
        <p:spPr>
          <a:xfrm>
            <a:off x="6309350" y="4270250"/>
            <a:ext cx="4824600" cy="12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SHOKO'S BIRTHDAY QUIZ 2026 〜今年は何かが違う〜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7"/>
          <p:cNvSpPr/>
          <p:nvPr/>
        </p:nvSpPr>
        <p:spPr>
          <a:xfrm>
            <a:off x="530352" y="338328"/>
            <a:ext cx="868680" cy="347472"/>
          </a:xfrm>
          <a:prstGeom prst="roundRect">
            <a:avLst>
              <a:gd fmla="val 21053" name="adj"/>
            </a:avLst>
          </a:prstGeom>
          <a:solidFill>
            <a:srgbClr val="00D9FF">
              <a:alpha val="96078"/>
            </a:srgbClr>
          </a:solidFill>
          <a:ln cap="flat" cmpd="sng" w="10150">
            <a:solidFill>
              <a:srgbClr val="00D9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89" name="Google Shape;689;p27"/>
          <p:cNvSpPr/>
          <p:nvPr/>
        </p:nvSpPr>
        <p:spPr>
          <a:xfrm>
            <a:off x="530352" y="338328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sz="1000"/>
          </a:p>
        </p:txBody>
      </p:sp>
      <p:sp>
        <p:nvSpPr>
          <p:cNvPr id="690" name="Google Shape;690;p27"/>
          <p:cNvSpPr/>
          <p:nvPr/>
        </p:nvSpPr>
        <p:spPr>
          <a:xfrm>
            <a:off x="1572768" y="320040"/>
            <a:ext cx="6035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FINAL RESULT</a:t>
            </a:r>
            <a:endParaRPr sz="1000"/>
          </a:p>
        </p:txBody>
      </p:sp>
      <p:sp>
        <p:nvSpPr>
          <p:cNvPr id="691" name="Google Shape;691;p27"/>
          <p:cNvSpPr/>
          <p:nvPr/>
        </p:nvSpPr>
        <p:spPr>
          <a:xfrm>
            <a:off x="2381250" y="1976900"/>
            <a:ext cx="7429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400"/>
              <a:buFont typeface="Noto Sans"/>
              <a:buNone/>
            </a:pPr>
            <a:r>
              <a:rPr b="1" lang="en-US" sz="43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終了！！</a:t>
            </a:r>
            <a:endParaRPr sz="3700"/>
          </a:p>
        </p:txBody>
      </p:sp>
      <p:sp>
        <p:nvSpPr>
          <p:cNvPr id="692" name="Google Shape;692;p27"/>
          <p:cNvSpPr/>
          <p:nvPr/>
        </p:nvSpPr>
        <p:spPr>
          <a:xfrm>
            <a:off x="1428750" y="3286125"/>
            <a:ext cx="9334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8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今年のクイズはどうだったかな？</a:t>
            </a:r>
            <a:endParaRPr b="1" sz="3000">
              <a:solidFill>
                <a:srgbClr val="F7FA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800"/>
              <a:buFont typeface="Noto Sans"/>
              <a:buNone/>
            </a:pPr>
            <a:r>
              <a:rPr b="1" lang="en-US" sz="3000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正解数に応じて、今年もスペシャルな賞品をGET！</a:t>
            </a:r>
            <a:endParaRPr sz="1800"/>
          </a:p>
        </p:txBody>
      </p:sp>
      <p:sp>
        <p:nvSpPr>
          <p:cNvPr id="693" name="Google Shape;693;p27"/>
          <p:cNvSpPr/>
          <p:nvPr/>
        </p:nvSpPr>
        <p:spPr>
          <a:xfrm>
            <a:off x="3867912" y="5257800"/>
            <a:ext cx="4480560" cy="658368"/>
          </a:xfrm>
          <a:prstGeom prst="roundRect">
            <a:avLst>
              <a:gd fmla="val 13889" name="adj"/>
            </a:avLst>
          </a:prstGeom>
          <a:solidFill>
            <a:srgbClr val="FFD65A"/>
          </a:solidFill>
          <a:ln cap="flat" cmpd="sng" w="10150">
            <a:solidFill>
              <a:srgbClr val="FFD65A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94" name="Google Shape;694;p27"/>
          <p:cNvSpPr/>
          <p:nvPr/>
        </p:nvSpPr>
        <p:spPr>
          <a:xfrm>
            <a:off x="3619500" y="5238750"/>
            <a:ext cx="4953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2000"/>
              <a:buFont typeface="Arial"/>
              <a:buNone/>
            </a:pPr>
            <a:r>
              <a:rPr b="1" lang="en-US" sz="3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CONGRATULATIONS!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8"/>
          <p:cNvSpPr/>
          <p:nvPr/>
        </p:nvSpPr>
        <p:spPr>
          <a:xfrm>
            <a:off x="530352" y="338328"/>
            <a:ext cx="868680" cy="347472"/>
          </a:xfrm>
          <a:prstGeom prst="roundRect">
            <a:avLst>
              <a:gd fmla="val 21053" name="adj"/>
            </a:avLst>
          </a:prstGeom>
          <a:solidFill>
            <a:srgbClr val="00D9FF">
              <a:alpha val="96078"/>
            </a:srgbClr>
          </a:solidFill>
          <a:ln cap="flat" cmpd="sng" w="10150">
            <a:solidFill>
              <a:srgbClr val="00D9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01" name="Google Shape;701;p28"/>
          <p:cNvSpPr/>
          <p:nvPr/>
        </p:nvSpPr>
        <p:spPr>
          <a:xfrm>
            <a:off x="530352" y="338328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50A16"/>
                </a:solidFill>
                <a:latin typeface="Arial"/>
                <a:ea typeface="Arial"/>
                <a:cs typeface="Arial"/>
                <a:sym typeface="Arial"/>
              </a:rPr>
              <a:t>FINISH</a:t>
            </a:r>
            <a:endParaRPr sz="1000"/>
          </a:p>
        </p:txBody>
      </p:sp>
      <p:sp>
        <p:nvSpPr>
          <p:cNvPr id="702" name="Google Shape;702;p28"/>
          <p:cNvSpPr/>
          <p:nvPr/>
        </p:nvSpPr>
        <p:spPr>
          <a:xfrm>
            <a:off x="1572768" y="320040"/>
            <a:ext cx="6035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A MESSAGE FOR YOU</a:t>
            </a:r>
            <a:endParaRPr sz="1000"/>
          </a:p>
        </p:txBody>
      </p:sp>
      <p:sp>
        <p:nvSpPr>
          <p:cNvPr id="703" name="Google Shape;703;p28"/>
          <p:cNvSpPr/>
          <p:nvPr/>
        </p:nvSpPr>
        <p:spPr>
          <a:xfrm>
            <a:off x="1142975" y="4683450"/>
            <a:ext cx="99060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600"/>
              <a:buFont typeface="Noto Sans"/>
              <a:buNone/>
            </a:pPr>
            <a:r>
              <a:rPr lang="en-US" sz="3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今年も一緒にお祝いできて、本当にうれしいです。</a:t>
            </a:r>
            <a:endParaRPr sz="1600"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600"/>
              <a:buFont typeface="Noto Sans"/>
              <a:buNone/>
            </a:pPr>
            <a:r>
              <a:rPr lang="en-US" sz="3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いつもそばにいてくれて、本当にありがとう！</a:t>
            </a:r>
            <a:endParaRPr sz="1600"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600"/>
              <a:buFont typeface="Noto Sans"/>
              <a:buNone/>
            </a:pPr>
            <a:r>
              <a:rPr lang="en-US" sz="3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これからの一年も、</a:t>
            </a:r>
            <a:r>
              <a:rPr lang="en-US" sz="3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楽しい思い出をたくさん作ろうね！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704" name="Google Shape;704;p28" title="IMG_883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1925" y="1166650"/>
            <a:ext cx="4228137" cy="3171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